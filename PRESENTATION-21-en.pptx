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21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Log Compaction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`cleanup.policy=delete` vs `cleanup.policy=compact`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How Log Compaction works — the Log Cleaner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Tombstone record — deleting a key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`cleanup.policy=delete,compact` — combined mode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Compaction parameters — tuning the cleaner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State Reconstruction — reading from compacted topic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Demo: product catalog with compaction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Use cases — when to choose compaction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delete vs compact — The Core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fundamentally different retention strategies: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cleanup.policy=delete (default):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 deletes messages after retention.ms (7 days default)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ALL messages eventually deleted — old and new alike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What remains: recent events within the time window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cleanup.policy=compact: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 keeps ONLY the latest message per key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Older versions of the same key are deleted by Log Cleaner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What remains: current state of every key — FOREVER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cleanup.policy=delete,compact (combined):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Compaction runs continuously (latest value per key)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PLUS time-based deletion after retention.ms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What remains: latest value per key within retention window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How Log Compaction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Log Cleaner runs in the background, merging segments: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 21.products BEFORE compaction: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offset=0: key=prod-1, value={"name":"Laptop","price":1000}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offset=1: key=prod-2, value={"name":"Phone","price":500}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offset=2: key=prod-1, value={"name":"Laptop","price":950}   ← update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offset=3: key=prod-3, value={"name":"Tablet","price":300}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offset=4: key=prod-2, value=null                            ← tombstone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offset=5: key=prod-1, value={"name":"Laptop Pro","price":920} ← update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 21.products AFTER compaction: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offset=3: key=prod-3, value={"name":"Tablet","price":300}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offset=5: key=prod-1, value={"name":"Laptop Pro","price":920}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(prod-2 removed after delete.retention.ms expires)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Log Cleaner preserves ordering within a key and respects `delete.retention.ms`.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Tombstone Record — Deleting a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 null value signals "delete this key from compacted state":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product-catalog-service: mark product as deleted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deleteProduct(productId: String)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kafkaTemplate.send(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ProducerRecord("21.products", productId, null)  // ← null value = tombstone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Lifecycle of a tombstone: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1. Producer sends: key=prod-2, value=null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2. Consumers reading the topic see tombstone → remove prod-2 from local state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3. Log Cleaner sees tombstone → removes all older prod-2 records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4. After delete.retention.ms → tombstone itself is deleted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5. prod-2 completely gone from the topic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Tombstones are only meaningful in compacted topics with keyed messages.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Compaction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Tune the Log Cleaner for your use case: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KafkaTopicConfig.kt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TopicBuilder.name("21.products")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.partitions(3)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.replicas(1)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.config(TopicConfig.CLEANUP_POLICY_CONFIG, "compact")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.config(TopicConfig.MIN_CLEANABLE_DIRTY_RATIO_CONFIG, "0.01")  // 1% → aggressive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.config(TopicConfig.SEGMENT_BYTES_CONFIG, "1048576")            // 1MB segments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.config(TopicConfig.DELETE_RETENTION_MS_CONFIG, "100")          // tombstone TTL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.build()</a:t>
            </a:r>
          </a:p>
          <a:p>
            <a:r>
              <a:t/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Parameter  |  Demo value  |  Production value  |  Effect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`min.cleanable.dirty.ratio`  |  0.01 (1%)  |  0.5 (50%)  |  Triggers compaction earlier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`segment.bytes`  |  1 MB  |  1 GB  |  Smaller = more frequent compaction</a:t>
            </a:r>
          </a:p>
          <a:p>
            <a:r>
              <a:rPr b="0" i="0" sz="1800">
                <a:solidFill>
                  <a:srgbClr val="1A1A2E"/>
                </a:solidFill>
                <a:latin typeface="Segoe UI"/>
              </a:rPr>
              <a:t>`delete.retention.ms`  |  100 ms  |  24 hours  |  When tombstones are finally removed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State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Consumer reads compacted topic from earliest to rebuild state: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catalog-reader-service: restore in-memory catalog on startup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@KafkaListener(topics = ["21.products"])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handleProduct(record: ConsumerRecord&lt;String, String?&gt;)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if (record.value() == null)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// tombstone — remove from state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currentCatalog.remove(record.key())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tombstoneCount.incrementAndGet()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 else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// latest value — add or update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currentCatalog[record.key()] = record.value()!!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Reading compacted topic with auto-offset-reset=earliest: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receives only LATEST value per key (duplicates already removed)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in-memory map built in one pass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state = current catalog, not historical log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Demo — Product Catalog with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Test the full lifecycle: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Create products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http://localhost:8087/api/products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-d '{"productId":"prod-1","name":"Laptop","price":1000}'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Update price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PUT http://localhost:8087/api/products/prod-1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-d '{"name":"Laptop","price":950}'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Delete (tombstone)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DELETE http://localhost:8087/api/products/prod-1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Check current catalog (reader rebuilt from compacted topic)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http://localhost:8088/api/catalog/current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prod-1 not present (tombstone processed)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Mass test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-X POST http://localhost:8087/api/demo/chaos?products=50&amp;updates=200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50 products, 200 updates → compaction reduces to 50 records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Use Cases — When to Choose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Two fundamentally different questions: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cleanup.policy=delete:          cleanup.policy=compact: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"What happened?"                "What is the current state?"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Event log                       User settings (latest per userId)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Audit trail                     Product catalog (latest per productId)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Time-series metrics             Feature flags (latest per flagId)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Message queue events            Entity state store (latest per entityId)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Temporary data                  Configuration store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Messages expire after           Messages persist indefinitely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retention.ms                    (always: latest value per key)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Compacted topics are Kafka's built-in key-value store with changelog semantics.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`cleanup.policy=compact`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only latest value per key is retained — forever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Log Cleaner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runs in background, merges segments, removes superseded records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Tombstone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(`value=null`) = delete signal — key removed after `delete.retention.ms`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State reconstruction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read compacted topic from `earliest` → current state in one pass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`min.cleanable.dirty.ratio=0.01`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aggressive compaction (for demos)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Compacted topics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Kafka's built-in distributed key-value changelog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`delete,compact`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both compaction AND time-based expiry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Kafka Streams State Store uses compacted changelog topics internally — same mechanism.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ksqlDB — SQL for Kafka Streams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`CREATE STREAM` and `CREATE TABLE` — SQL equivalents of KStream and KTable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Push query (`EMIT CHANGES`) — continuous real-time results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Pull query — one-shot point-in-time lookup on a TABLE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Windowed aggregations: TUMBLING, HOPPING, SESSION in SQL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`STREAM-TABLE JOIN` — enrich stream with table data via SQL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22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ksqlDB: SQL instead of Java for Kafka Streams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Push query: live dashboard feed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Pull query: API endpoint lookup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Windowed aggregation in 4 lines of SQL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21 — Log Compaction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