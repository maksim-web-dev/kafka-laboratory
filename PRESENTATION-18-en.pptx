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18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Security: SASL/PLAIN + ACL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Why Kafka security matters — default is open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SASL/PLAIN — username/password authentication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SASL/PLAIN flow — handshake protocol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ACL (Access Control Lists) — authorization rules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`ALLOW_EVERYONE_IF_NO_ACL_FOUND=false` — deny by default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Super Users — admin bypasses all ACLs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`acl-init` container — automated setup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`TopicAuthorizationException` — violation demo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SASL_PLAINTEXT vs SASL_SSL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10.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Why Kafka Security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Default Kafka: no authentication, no authorization: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Default configuration (PLAINTEXT):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Any client with network access can: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✗ Read any topic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✗ Write to any topic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✗ Delete any topic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✗ Alter consumer group offsets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This is acceptable for local development.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This is NEVER acceptable in production.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Branch18 adds: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Authentication: username + password per client (SASL/PLAIN)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Authorization: per-topic, per-user ACL rules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✓ Deny by default: no ACL = no access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SASL/PLAIN — Authentication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Client must provide credentials before any Kafka operation: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Client (order-service)              Kafka Broker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│                        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├── TCP connect ─────────────────────►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├── SaslHandshake(PLAIN) ────────────►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├── username=order-producer ──────────►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│   password=order-secret            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│                               verify credentials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│                               check StandardAuthorizer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│                               check ACL for requested operation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│◄── ALLOWED ──────────────────────────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│   (credentials valid AND ACL permits)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│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▼ (connection established, can publish/consume)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Without valid credentials → `SaslAuthenticationException` → connection refused.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ACL Matrix — Who Can Do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Principle of least privilege — each client gets only what it needs: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User                 Topic                    WRITE   READ   GROUP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admin (super user)   all topics               ✓       ✓     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order-producer       18.orders.created        ✓       ✗      ✗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notification-cons.   18.orders.created        ✗       ✓      ✓ (notif-group)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ALLOW_EVERYONE_IF_NO_ACL_FOUND=false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→ any access not explicitly ALLOWED is DENIED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Users and credentials: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order-producer       / order-secret   → WRITE to 18.orders.created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notification-consumer / notif-secret  → READ  from 18.orders.created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admin                / admin-secret   → Super User (all access)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Broker SASL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Kafka server JAAS and environment settings: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docker-compose-18.yml — kafka environment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KAFKA_LISTENER_SECURITY_PROTOCOL_MAP: CONTROLLER:PLAINTEXT,PLAINTEXT:SASL_PLAINTEXT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KAFKA_SASL_MECHANISM_INTER_BROKER_PROTOCOL: PLAIN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KAFKA_SASL_ENABLED_MECHANISMS: PLAIN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KAFKA_AUTHORIZER_CLASS_NAME: org.apache.kafka.metadata.authorizer.StandardAuthorizer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KAFKA_ALLOW_EVERYONE_IF_NO_ACL_FOUND: "false"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KAFKA_SUPER_USERS: "User:admin"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kafka_server_jaas.conf — credential store: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KafkaServer {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org.apache.kafka.common.security.plain.PlainLoginModule required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username="admin" password="admin-secret"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user_admin="admin-secret"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user_order-producer="order-secret"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user_notification-consumer="notif-secret";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};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Spring Boot SASL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Client-side SASL setup for each service: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order-service/application.yml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properties: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security.protocol: SASL_PLAINTEXT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sasl.mechanism: PLAIN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sasl.jaas.config: 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org.apache.kafka.common.security.plain.PlainLoginModule required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username="order-producer" password="order-secret";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notification-service/application.yml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spring: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properties: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security.protocol: SASL_PLAINTEXT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sasl.mechanism: PLAIN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sasl.jaas.config: &gt;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org.apache.kafka.common.security.plain.PlainLoginModule required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      username="notification-consumer" password="notif-secret";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acl-init — Automated ACL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One-shot container creates topics and ACLs at startup: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acl-init.sh runs via docker compose: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Create topic (as admin)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kafka-topics --bootstrap-server kafka:9092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--command-config /etc/kafka/secrets/admin.conf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--create --topic 18.orders.created --partitions 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Grant WRITE to order-producer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kafka-acls --add --allow-principal User:order-producer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--operation Write --operation Describe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--topic 18.orders.created ...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Grant READ to notification-consumer + group access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kafka-acls --add --allow-principal User:notification-consumer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--operation Read --operation Describe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--topic 18.orders.created ...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kafka-acls --add --allow-principal User:notification-consumer \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--operation Read --group notification-service-group ...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Treat ACL setup as infrastructure-as-code — never configure manually in production.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TopicAuthorizationException — Violation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What happens when a client tries an unauthorized operation: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Demo: try to READ from order-producer (which only has WRITE)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curl http://localhost:8082/api/notifications/simulate-violation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order-producer client attempts: consumer.poll() on 18.orders.created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→ Kafka checks ACL: User:order-producer, READ, 18.orders.created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→ ACL not found, ALLOW_EVERYONE_IF_NO_ACL_FOUND=false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# → TopicAuthorizationException: Not authorized to access topics: [18.orders.created]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Log output: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ERROR o.a.k.c.consumer.internals.Fetcher: FETCH failed due to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org.apache.kafka.common.errors.TopicAuthorizationException: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Not authorized to access topics: [18.orders.created]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Authorization failures are logged with full principal and operation context.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SASL_PLAINTEXT vs SASL_SSL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Choosing the right security protocol: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SASL_PLAINTEXT (branch18):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Authentication: ✓ (SASL/PLAIN — password verified)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Encryption:     ✗ (traffic in plain text on the wire)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Risk: password visible to network sniffers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 case: internal datacenter network with firewall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SASL_SSL (branch23):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Authentication: ✓ (SASL/PLAIN)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Encryption:     ✓ (TLS — all traffic encrypted)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Risk: none for typical threat models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 case: production with public/shared networks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SSL only: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Authentication: optional (mutual TLS / mTLS)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Encryption:    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 case: encryption without username/password auth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For any public-facing or cloud Kafka: always **SASL_SSL**.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SASL/PLAIN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username/password authentication per Kafka client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ACL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declarative rules: which principal can perform which operation on which resource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`ALLOW_EVERYONE_IF_NO_ACL_FOUND=false`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deny by default — the safest posture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Super Users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bypass all ACL checks — use sparingly (admin operations only)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`acl-init`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container = infrastructure-as-code for topic + ACL provisioning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`TopicAuthorizationException`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clear signal that ACL is missing or wrong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SASL_PLAINTEXT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for internal networks;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SASL_SSL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for production/cloud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Least privilege: each service gets exactly the permissions it needs — no more.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Production-like Demo — all patterns combined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Saga choreography (branch13) + idempotent producer (branch12)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Manual commit (branch06) + DLT (branch09)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SASL/PLAIN + ACL (branch18) + 3-broker cluster (branch16)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Avro + Schema Registry (branch11) + Prometheus + Grafana (branch17)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5 SASL users, 9 topics with RF=3, full observability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19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Production-ready: all patterns in one stack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3 brokers + SASL + ACL + Schema Registry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Saga + idempotent + manual commit + DLT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Full Grafana observability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18 — Security: SASL/PLAIN + ACL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