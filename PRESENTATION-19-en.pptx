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19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Production-like Demo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What "production-ready" means for Kafka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All patterns combined — the feature pyramid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Architecture: 4 services, 3 brokers, 9 topics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Production checklist — every item checked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SASL users and ACL matrix (5 users)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Topics: RF=3, partitions=3, min.isr=2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branch13 vs branch19 — what changed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Grafana dashboard — DLT counter + lag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— end of the core course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 "Production-Ready"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 production Kafka system is not just one feature — it's a combination: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Development (branch01-05):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Single broker, no auth, no monitoring, happy path only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Production (branch19):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3-broker cluster (HA)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Replication Factor=3, min.insync.replicas=2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SASL/PLAIN + ACL (authentication + authorization)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Avro + Schema Registry (schema governance)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Idempotent producer (no duplicate messages)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Manual commit (no message loss on crash)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Dead Letter Topic (poison message handling)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Saga choreography (distributed transactions)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Prometheus + Grafana (observability)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AUTO_CREATE_TOPICS=false (controlled topology)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The Feature Pyramid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Branch19 combines everything from the course: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[branch19 — Production-like Demo]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/          |          |         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[branch18]  [branch16]  [branch17]  [branch11]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SASL/ACL    3-broker    Monitoring  Schema Reg.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|            |           |          |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[branch13]  [branch12]  [branch09]  [branch06]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Saga        Transactions  DLT       Manual Commit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|            |           |          |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[branch05-10]   core consumer/producer patterns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Each branch is a building block. Branch19 assembles them into a real system.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Architecture — 4 Services, 3 Brokers, 9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order-service (idempotent, acks=all)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──[19.orders.created]────────────► payment-service (idempotent)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OK → [19.payments.processed]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FAIL → [19.payments.failed] ──► order-service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inventory-service (manual commit)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OK → [19.inventory.reserved] ──► order-service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FAIL → [19.inventory.failed] ──► payment-service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          └──► order-service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notification-service (read_committed, DLT):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listens to ALL 8 topics + DLT (19.orders.created.dlt)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 Cluster: kafka-b19-1:9122, kafka-b19-2:9123, kafka-b19-3:9124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Production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Every item from the course applied: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✓ acks=all + min.insync.replicas=2 + replication-factor=3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✓ enable.idempotence=true     (order-service, payment-service)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✓ Manual commit + MANUAL_IMMEDIATE  (inventory-service)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✓ Dead Letter Topic           (notification-service)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✓ Consumer lag alerting       (Grafana + kafka-exporter)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✓ SASL/PLAIN + ACL            (least privilege per service)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✓ Avro + Schema Registry      (breaking change prevention)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✓ Saga choreography           (distributed transactions)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✓ isolation.level=read_committed  (notification-service)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✓ AUTO_CREATE_TOPICS_ENABLE=false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✓ Retention policy per topic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✓ init-topics container       (topic + ACL as code)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SASL Users and ACL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 users — each with minimal permissions: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User                  Credentials         WRITE                READ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admin                 admin-secret        all (super user)     all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order-producer        order-secret        19.orders.created    19.payments.failed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                     19.inventory.*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payment-processor     payment-secret      19.payments.*        19.orders.created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                     19.inventory.failed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inventory-worker      inventory-secret    19.inventory.*       19.payments.processed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notification-consumer notif-secret        19.orders.created.dlt  all 19.* topics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Each service authenticates with its own credentials.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No service can read or write outside its own responsibility.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Topics — RF=3, partitions=3, min.isr=2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All 9 topics with production-grade replication: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19.orders.created           ← saga init (3 partitions, RF=3)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19.payments.processed       ← payment ok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19.payments.failed          ← payment fail → compensation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19.payments.refunded        ← inventory fail → refund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19.inventory.reserved       ← inventory ok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19.inventory.failed         ← inventory fail → compensation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19.orders.confirmed         ← saga complete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19.orders.cancelled         ← saga cancelled (with reason)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19.orders.created.dlt       ← Dead Letter Topic (1 partition)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`AUTO_CREATE_TOPICS_ENABLE=false` — topics only exist if explicitly created by `init-topics`.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Branch13 vs Branch19 — 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The same business logic, production-hardened: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branch13              branch19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Brokers            1                     3 (KRaft, RF=3)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Security           none                  SASL/PLAIN + ACL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min.insync.rep.    1                     2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Producer           standard              idempotent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Commit             auto-commit           manual (inventory-service)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DLT                none                  DeadLetterPublishingRecoverer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Monitoring         none                  Prometheus + Grafana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Schema Registry    port 8090             port 8191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Consumer isolation read_uncommitted      read_committed (notification)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Topics             8                     9 (+ DLT)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Grafana Dashboard — DLT Counter + 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What to observe in branch19 Grafana (port 3019):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Dashboard panels: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1. Consumer Lag per group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→ 5 groups: order, payment, inventory, notification, init-topics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2. DLT message counter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→ how many messages landed in 19.orders.created.dlt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3. Broker count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→ should always be 3; alert if &lt; 3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PromQL for DLT monitoring: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kafka_topic_partition_current_offset{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topic="19.orders.created.dlt"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Simulate DLT: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POST /api/notifications/simulate-failure/5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notification exhausts retries → DLT counter increments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Production Kafka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multiple patterns working together, not a single feature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The pyramid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: basic patterns → error handling → security → HA → observability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Branch19 checklist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reference configuration for any new Kafka project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5 SASL users, 9 topics, 3 brokers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realistic microservice topology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init-topics container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topic + ACL creation as code (reproducible)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Idempotent + manual commit + DLT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complete message delivery guarantee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Grafana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DLT counter + lag graph = everything on-call needs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Branch19 is where all the pieces come together. Reference it when designing new systems.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Kafka Streams Advanced: Joins, GlobalKTable, EOS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`KStream-KTable Join` — enrich stream with table data (co-partitioned)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`KStream-GlobalKTable Join` — enrich without co-partitioning requirement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`KStream-KStream Windowed Join` — correlate two streams in time window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`selectKey()` — re-key stream for co-partitioning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`processing.guarantee=exactly_once_v2` — EOS in Kafka Streams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20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Three join types: KTable, GlobalKTable, KStream-KStream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selectKey: re-keying for co-partitioning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Windowed joins: correlate events in time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EOS: exactly_once_v2 in Kafka Streams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19 — Production-like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