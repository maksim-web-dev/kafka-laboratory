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22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ksqlDB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ksqlDB vs Kafka Streams — SQL vs Java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`STREAM` vs `TABLE` in ksqlDB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Push query — continuous real-time results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Pull query — point-in-time lookup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Windowed aggregations: TUMBLING, HOPPING, SESSION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`STREAM-TABLE JOIN` — enrich stream with table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ksqlDB REST API and CLI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Derived topics — where results are stored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ksqlDB vs Kafka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Same engine, different interface: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 Streams (Java/Kotlin):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val ordersStream = builder.stream&lt;String, OrderEvent&gt;("orders")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ordersStream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.groupBy { _, v -&gt; v.userId 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.count()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.toStream()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.to("orders-count-by-user")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15+ lines of code, compile, deploy JVM application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ksqlDB (SQL):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CREATE TABLE orders_count_by_user AS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SELECT userId, COUNT(*) AS orderCount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FROM orders_stream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GROUP BY userId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EMIT CHANGES;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5 lines of SQL, POST to REST API, instantly running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Both compile to the same Kafka Streams topology under the hood.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ksqlDB = SQL frontend for Kafka Streams.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STREAM vs TABLE in ksqlDB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Map SQL concepts to Kafka Streams primitives: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STREAM: each row is an independent new event (KStream)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CREATE STREAM orders_stream 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orderId  VARCHAR KEY,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userId   VARCHAR,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totalAmount DOUBLE,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category VARCHAR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) WITH 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KAFKA_TOPIC='22.orders.created',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VALUE_FORMAT='JSON'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);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TABLE: each row is the latest state per key (KTable)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CREATE TABLE orders_count_by_user AS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SELECT userId,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COUNT(*) AS orderCount,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SUM(totalAmount) AS totalSpent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FROM orders_stream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GROUP BY userId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EMIT CHANGES;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`STREAM` = every event is new. `TABLE` = latest value per key (upsert).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Push Query — Continuous Real-Time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`EMIT CHANGES`: query runs indefinitely, pushes new results: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Push query: receive every new order as it arrives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SELECT * FROM orders_stream EMIT CHANGES;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Push query with filter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SELECT orderId, userId, totalAmount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FROM orders_stream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WHERE totalAmount &gt;= 100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EMIT CHANGES;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Push query with windowed aggregation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SELECT category, COUNT(*) AS count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FROM orders_stream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WINDOW TUMBLING (SIZE 1 MINUTE)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GROUP BY category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EMIT CHANGES;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Use for: live dashboards, real-time alerts, streaming ETL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Client keeps HTTP connection open — new rows arrive as events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Never returns — runs until client disconnects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Pull Query — Point-in-Time 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No `EMIT CHANGES`: returns current state immediately: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Pull query: get current order count for a user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SELECT * FROM orders_count_by_user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WHERE userId = 'user-42';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→ returns immediately: {"userId":"user-42","orderCount":5,"totalSpent":249.95}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Pull query works ONLY on TABLE (not STREAM)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Equivalent to: HTTP GET /state?key=user-42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Comparison: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Push query:  SELECT ... FROM orders_stream EMIT CHANGES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→ infinite stream of new rows (WebSocket-like)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→ use for: dashboards, monitoring, data pipelines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Pull query:  SELECT ... FROM orders_count_by_user WHERE userId = 'X'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→ single response (REST-like)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→ use for: API endpoints, one-time checks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Windowed Aggregations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Three window types in SQL syntax: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TUMBLING: fixed, non-overlapping windows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CREATE TABLE orders_per_category_1min AS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SELECT category, COUNT(*) AS orderCount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FROM orders_stream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WINDOW TUMBLING (SIZE 1 MINUTES)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GROUP BY category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EMIT CHANGES;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HOPPING: overlapping windows (new window every 1 min, covers 5 min)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CREATE TABLE orders_per_user_hopping AS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SELECT userId, COUNT(*) AS orderCount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FROM orders_stream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WINDOW HOPPING (SIZE 5 MINUTES, ADVANCE BY 1 MINUTE)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GROUP BY userId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EMIT CHANGES;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SESSION: dynamic windows based on activity gaps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Window closes after inactivity_gap of no events for a key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Window Types — Visual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Input events: ●  ●  ●   ●    ●  ●  ●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time: ─────────────────────────────────►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   0  1  2   3    4  5  6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TUMBLING (size=2):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[0─2)[2─4)[4─6)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Event at t=1 appears in ONLY [0─2)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HOPPING (size=4, advance=2):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[0─4)[2─6)[4─8)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Event at t=3 appears in [0─4) AND [2─6) — in TWO windows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SESSION (inactivity_gap=2):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[0──2]    [3]  [4──6]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gap&gt;2  gap&gt;2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Dynamic: window opens on first event, closes after silence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**TUMBLING**: billing periods, independent time buckets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**HOPPING**: moving averages, sliding metrics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**SESSION**: user session analytics, click stream analysis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STREAM-TABLE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Enrich order stream with user data from a table: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Create users table from a topic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CREATE TABLE users_table (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userId VARCHAR PRIMARY KEY,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name   VARCHAR,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tier   VARCHAR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) WITH (KAFKA_TOPIC='22.users', VALUE_FORMAT='JSON');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-- Join stream with table to enrich orders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CREATE STREAM enriched_orders AS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SELECT o.orderId,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o.totalAmount,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u.name    AS userName,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   u.tier    AS userTier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FROM orders_stream o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LEFT JOIN users_table u ON o.userId = u.userId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EMIT CHANGES;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Similar to KStream-KTable join but in SQL — co-partitioning still required.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ksqlDB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SQL frontend for Kafka Streams — same topology, no Java required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`STREAM`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KStream (append-only);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`TABLE`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KTable (latest per key)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Push query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(`EMIT CHANGES`) = continuous real-time results for dashboards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Pull query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(no `EMIT CHANGES`) = instant lookup, works only on TABLE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TUMBLING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independent fixed windows;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HOPPING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overlapping;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SESSION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dynamic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ksqlDB REST API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`POST /ksql` for DDL, `POST /query` for push/pull queries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Derived topics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ksqlDB stores results as Kafka topics automatically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ksqlDB democratizes stream processing: SQL skills are enough to build real-time pipelines.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Security: SSL/TLS (SASL_SSL)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Full TLS encryption: traffic encrypted end-to-end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`SASL_SSL` = SASL/PLAIN authentication + TLS encryption combined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Certificate Authority (CA) → broker certificate → client truststore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Keystore (my identity) vs Truststore (who I trust)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`generate-certs.sh` — full certificate chain generation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23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SSL/TLS: encrypt all Kafka traffic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CA → broker cert → client truststore chain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SASL_SSL: auth + encryption combined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generate-certs.sh: automated cert generation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22 — ksqlDB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