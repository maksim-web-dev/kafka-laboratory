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24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Advanced Topics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Compression · AdminClient · Interceptors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Compression — types and trade-offs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Compression benchmark — measuring the difference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Broker-level compression override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`AdminClient` API — programmatic cluster management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`ProducerInterceptor` — hooks in the send pipeline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`HeaderEnrichmentInterceptor` — tracing headers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`ConsumerInterceptor` — hooks in the receive pipeline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Multiple interceptors — chaining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Quotas — rate-limiting per client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— Course Summary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Compression — Types and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Choose based on CPU budget and message characteristics: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Type      Compression    CPU        Latency    Recommendation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none      0%             minimal    minimal    dev, tiny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lz4       40–50%         low        low        production ✓ (recommended)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snappy    40–50%         medium     medium     Google systems (legacy)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zstd      50–60%         medium     medium     production ✓ (best ratio)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gzip      60–70%         high       high       batch archiving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application.yml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producer: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compression-type: lz4   # or: gzip, snappy, zstd, none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**`lz4`** — fastest decompression, low CPU overhead, good ratio.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**`zstd`** — best compression ratio with reasonable CPU (Kafka 2.1+).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Compression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Measure what you actually gain: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Compare all compression types with 1000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"http://localhost:8081/api/benchmark/compare?count=1000"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"none":   {"throughput": 5200, "avgLatency": 0.19, "totalBytes": 312000},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"lz4":    {"throughput": 4800, "avgLatency": 0.21, "totalBytes": 187000},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"snappy": {"throughput": 4600, "avgLatency": 0.22, "totalBytes": 182000},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"zstd":   {"throughput": 4400, "avgLatency": 0.23, "totalBytes": 165000},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"gzip":   {"throughput": 3800, "avgLatency": 0.26, "totalBytes": 142000}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With JSON payloads: `lz4` gives ~40% size reduction with minimal CPU overhead.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large batches: `zstd` wins on ratio. For low-latency: `lz4` or `none`.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Broker-Level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Producer and broker compression can differ: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compression.type=producer (broker default):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Broker stores batches in exactly the format sent by producer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 recompression → efficient → RECOMMENDED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compression.type=gzip (broker overrides):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Broker recompresses all batches to gzip regardless of producer setting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double CPU: decompress + recompress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NOT recommended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compression.type=uncompressed (broker overrides):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Broker always decompresses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wastes CPU, no size savings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NOT recommended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Best practice: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Set compression on producer (lz4 or zstd)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Set broker compression.type=producer (pass-through)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AdminClient API — Programmatic Cluster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Manage Kafka without CLI tools — from application code: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adminClient = AdminClient.create(mapOf(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AdminClientConfig.BOOTSTRAP_SERVERS_CONFIG to "localhost:9092"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List all topics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topics = adminClient.listTopics().listings().get()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topics.forEach { println("${it.name()} (internal=${it.isInternal})")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Create a new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adminClient.createTopics(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listOf(NewTopic("new-topic", 3, 1.toShort()))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).all().get()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Change topic retention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resource = ConfigResource(ConfigResource.Type.TOPIC, "24.orders.created")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op = AlterConfigOp(ConfigEntry("retention.ms", "86400000"), AlterConfigOp.OpType.SET)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adminClient.incrementalAlterConfigs(mapOf(resource to listOf(op))).all().get()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Describe consumer groups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adminClient.describeConsumerGroups(listOf("my-group")).all().get()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ProducerInterceptor — Hooks in Send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Intercept every message before it leaves the producer: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class MetricsProducerInterceptor : ProducerInterceptor&lt;String, Any&gt;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private val sentCount   = AtomicLong(0)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private val ackCount    = AtomicLong(0)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private val errorCount  = AtomicLong(0)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Called BEFORE serialization and sending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Can MODIFY the record (add headers, change key, etc.)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onSend(record: ProducerRecord&lt;String, Any&gt;): ProducerRecord&lt;String, Any&gt;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sentCount.incrementAndGet()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return record  // MUST return record (modified or original)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Called AFTER receiving ACK from broker (or on error)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onAcknowledgement(metadata: RecordMetadata?, exception: Exception?)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if (exception == null) ackCount.incrementAndGet()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else errorCount.incrementAndGet()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HeaderEnrichmentInterceptor — Distributed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Add correlation headers to every outgoing message: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class HeaderEnrichmentInterceptor : ProducerInterceptor&lt;String, Any&gt;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onSend(record: ProducerRecord&lt;String, Any&gt;): ProducerRecord&lt;String, Any&gt;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record.headers()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.add("x-service-name", "order-service".toByteArray())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.add("x-sent-at",      System.currentTimeMillis().toString().toByteArray())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.add("x-trace-id",     UUID.randomUUID().toString().toByteArray())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return record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onAcknowledgement(metadata: RecordMetadata?, exception: Exception?) {}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close() {}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configure(configs: Map&lt;String, *&gt;) {}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Headers are visible in Kafka UI → trace message flow across services without log correlation.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ConsumerInterceptor — Hooks in Receive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Intercept every message before it reaches the listener: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class MetricsConsumerInterceptor : ConsumerInterceptor&lt;String, Any&gt;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Called AFTER poll() returns messages, BEFORE listener processes them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onConsume(records: ConsumerRecords&lt;String, Any&gt;): ConsumerRecords&lt;String, Any&gt;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records.forEach { record -&gt;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val sentAt = record.headers().lastHeader("x-sent-at")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?.value()?.let { String(it).toLong()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val latencyMs = sentAt?.let { System.currentTimeMillis() - it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log.info("Received: topic={}, partition={}, e2e-latency={}ms",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record.topic(), record.partition(), latencyMs)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return records  // MUST return records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Called AFTER offset commit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override fun onCommit(offsets: Map&lt;TopicPartition, OffsetAndMetadata&gt;)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log.debug("Committed offsets: {}", offsets)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`lz4`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best balance for production (low CPU, good ratio, fast decompress)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`zstd`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best compression ratio (Kafka 2.1+, medium CPU)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`compression.type=producer`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on broker = pass-through, no double compression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`AdminClient`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runtime topic management, CI/CD automation, self-service platforms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`ProducerInterceptor.onSend()`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modify records before sending (add headers, metrics)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`ProducerInterceptor.onAcknowledgement()`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track success/error rates after ACK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`ConsumerInterceptor.onConsume()`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measure end-to-end latency from headers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Quotas = `producer_byte_rate` / `consumer_byte_rate` per client for multi-tenancy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Interceptors = cross-cutting concerns (metrics, tracing) without changing business logic.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Course Summary — 24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From zero to production-ready Kafka engineer: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Foundations (01–05):   Topics, Partitions, Keys, Consumer Groups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Reliability  (06–09):  Manual Commit, Producer Config, Consumer Tuning, DLT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Serialization(10–11):  JSON Type Mapping, Schema Registry + Avro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Guarantees   (12–13):  Transactions (EOS), Saga Pattern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Streams      (14,20):  Kafka Streams, Joins, Windows, EOS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Integration  (15,22):  Kafka Connect (CDC), ksqlDB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Infrastructure(16–19): Cluster HA, Observability, SASL/ACL, Production Demo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Advanced     (21,23,24):Log Compaction, SSL/TLS, Compression+AdminClient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You now have every tool needed for the CCDAK exam and real production systems.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Apache Kafka for Certification &amp; Production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24 branches · 24 topics · 1 complete system</a:t>
            </a:r>
          </a:p>
          <a:p>
            <a:pPr algn="ctr"/>
            <a:r>
              <a:rPr b="0" i="0" sz="2600">
                <a:solidFill>
                  <a:srgbClr val="FFFFFF"/>
                </a:solidFill>
                <a:latin typeface="Segoe UI"/>
              </a:rPr>
              <a:t>Order → Payment → Inventory → Notification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Thank You!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kafka-laboratory — github.com/your-repo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