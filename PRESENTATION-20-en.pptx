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20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Kafka Streams Advanced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Joins, GlobalKTable, EOS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Three join types — when to use each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`KStream-KTable Join` — co-partitioning requirement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`selectKey()` — re-keying for co-partitioned joins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`KStream-GlobalKTable Join` — full replication, no co-partitioning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`KStream-KStream Windowed Join` — correlate two streams in time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`JoinWindows` — defining the time tolerance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`GlobalKTable` vs `KTable` — memory vs flexibility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EOS: `processing.guarantee=exactly_once_v2`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Three Join Types — When to Use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Kafka Streams supports three join patterns: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KStream-KTable Join: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Enrich stream events with lookup data (e.g., user profile)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Requires: same key AND same partition count (co-partitioned)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Use case: enrich order with user name/tier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KStream-GlobalKTable Join: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Enrich stream with ANY key (custom key extractor lambda)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No co-partitioning required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Trade-off: full table replicated on every Streams instance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Use case: enrich order with product details (different key)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KStream-KStream Windowed Join: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Correlate two event streams within a time window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Both streams must use the same key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Use case: match order with its payment within 5 minutes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KStream-KTable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Enrich orders with user profile data: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Problem: orders key=orderId, users key=userId → different keys!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Solution: selectKey() to re-key orders by userId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val enrichedOrders = ordersStream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.selectKey { _, order -&gt; order.userId }   // re-key by userId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.join(usersTable) { order, user -&gt;         // join with KTable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EnrichedOrder(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orderId = order.orderId,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userName = user.name,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userTier = user.tier,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totalAmount = order.totalAmount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.to("20.enriched.orders")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`selectKey()` triggers an internal repartition topic (automatic)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After repartition: orders and users share the same key → co-partitioned ✓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selectKey() and Co-partitioning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Why co-partitioning is required for KTable joins: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Co-partitioning requirement: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orders and users MUST have the same number of partitions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Keys MUST be distributed by the same partitioner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Why: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Streams instance-1 handles partition-0 of both orders and users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It can only join order[userId=5] with user[userId=5] if they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are in the SAME partition on BOTH topics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selectKey() + internal repartition: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orders stream re-partitioned by userId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same userId always lands in the same partition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KTable lookup is always local (no network calls)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Co-partitioning = locality. Local lookups = no network overhead.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KStream-GlobalKTable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Enrich with product details — no co-partitioning needed: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products GlobalKTable: ALL partitions read by EVERY Streams instance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Key extractor: extract productId from the order event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val enrichedProducts = ordersStream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.join(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productsGlobalTable,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{ _, order -&gt; order.productId },    // key extractor: map order → product key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{ order, product -&gt;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EnrichedProduct(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orderId = order.orderId,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productName = product.name,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category = product.category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.to("20.enriched.products")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No `selectKey()` needed — `KeyValueMapper` does the join-key mapping inline.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KTable vs GlobalKTable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Trade-off: memory efficiency vs join flexibility: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KTable (partitioned):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Streams instance-1: handles partitions 0-499 of products table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Streams instance-2: handles partitions 500-999 of products table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Memory: N/num_instances per instance (efficient)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Constraint: joining stream MUST be co-partitioned with KTable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GlobalKTable: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Streams instance-1: reads ALL partitions → full copy of products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Streams instance-2: reads ALL partitions → full copy of products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Memory: full table size per instance (N × num_instances total)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Advantage: join ANY stream key without selectKey()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Use **KTable** for large lookup tables. Use **GlobalKTable** for small reference data.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KStream-KStream Windowed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Match orders with their payments within 5 minutes: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val matchedOrders = ordersStream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.join(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paymentsStream,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{ order, payment -&gt;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MatchedOrder(orderId = order.orderId, paymentStatus = payment.status)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},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JoinWindows.ofTimeDifferenceWithNoGrace(Duration.ofMinutes(5))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.to("20.matched.orders")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order(orderId=A, t=0:00) ↔ payment(orderId=A, t=0:03) → |3 min| &lt; 5 min → MATCH ✓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order(orderId=B, t=0:00) ↔ payment(orderId=B, t=5:01) → |5:01| &gt; 5 min → NO MATCH ✗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Both streams must use `orderId` as key → co-partitioned automatically.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EOS — exactly_once_v2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Exactly-Once Semantics in Kafka Streams: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analytics-service application.yml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spring: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streams: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properties: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processing.guarantee: exactly_once_v2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at_least_once (default):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read(offset=5) → process → write(result) → commit(offset=6)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Crash before commit → re-read offset=5 → DUPLICATE result written!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exactly_once_v2: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Transaction: begin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read(offset=5) → process → write(result) → commit(offset=6)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Transaction: commit atomically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Crash before commit → transaction rollback → re-read from offset=5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idempotent → same result → no duplicate ✓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Vs exactly_once (deprecated): slower distributed transaction protocol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Vs at_least_once: possible duplicates on crash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KStream-KTable Join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enrich stream with table; requires co-partitioned keys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`selectKey()`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re-key stream to satisfy co-partitioning before KTable join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KStream-GlobalKTable Join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flexible key mapping; full table replicated everywhere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KStream-KStream Join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correlate two streams within `JoinWindows` time tolerance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`JoinWindows.ofTimeDifferenceWithNoGrace`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no waiting for late arrivals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GlobalKTable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small reference data without co-partitioning constraint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`processing.guarantee=exactly_once_v2`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transactional read-process-write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Join type selection depends on: key relationships, table size, and latency requirements.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Log Compaction — Kafka as a state store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`cleanup.policy=compact` — keep only the latest value per key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Tombstone record (`value=null`) — delete a key from compacted topic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`cleanup.policy=delete,compact` — compaction + time-based retention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State reconstruction: consumer reads compacted topic to restore current state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Use cases: product catalog, user settings, feature flags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21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Log compaction: latest value per key, always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Tombstone: null value = delete signal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State reconstruction from compacted topic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Use cases: catalog, config, entity changelog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20 — Kafka Streams Advanced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