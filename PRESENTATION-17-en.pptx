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17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Observability: Prometheus &amp; Grafana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Why Consumer Lag is the primary Kafka health metric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Monitoring stack: kafka-exporter → Prometheus → Grafana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metrics exposed by `kafka-exporter`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PromQL queries for lag monitoring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Grafana auto-provisioning — datasources and dashboards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`max.poll.records=1` — fine-grained lag control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pause → flood → observe → resume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control API: pause / resume / slow / fast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Consumer Lag — The Primary Health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Lag = how far behind the consumer is: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Producer:  ──●──●──●──●──●──●──●──●──●──  offset 100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Consumer:  ──●──●──●──●──●──●─────────    offset  75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↑↑↑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LAG = 25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 lag = latest_offset - committed_offset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LAG = 0   → consumer processes in real time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LAG &gt; 0   → consumer is behind (stopped, slow, or overloaded)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LAG grows → consumer cannot keep up with producer → alert!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Growing lag = delayed business logic. A notification arriving 10 minutes late is a bug.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Monitoring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Each component has a single responsibility: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broker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│  JMX metrics (internal)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kafka-exporter (:9308/metrics)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│  Prometheus text format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Prometheus (:9090)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│  scrape every 15s → time-series storage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Grafana (:3000)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│  PromQL queries → dashboards, alerts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Engineer (alert → action)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`kafka-exporter` = sidecar that translates Kafka metrics to Prometheus format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Prometheus scrapes `/metrics` endpoint on schedule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Grafana visualizes via PromQL queries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Metrics from kafka-exporter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The most important metrics for consumer health: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kafka_consumergroup_lag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consumer group lag per (group, topic, partition)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kafka_consumergroup_current_offset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committed offset per (group, topic, partition)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kafka_topic_partition_current_offset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latest offset per partition (producer position)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kafka_brokers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number of alive brokers in the cluster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kafka_topic_partitions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partition count per topic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These 5 metrics cover 90% of production Kafka monitoring needs.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PromQL — Lag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Query language for Prometheus — used in Grafana panels: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Current lag for ALL consumer groups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kafka_consumergroup_lag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Lag for a specific 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kafka_consumergroup_lag{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consumergroup="notification-service-group"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Total lag summed across all partitions for a 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sum(kafka_consumergroup_lag) by (consumergroup)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Producer throughput (messages per second)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rate(kafka_topic_partition_current_offset[1m])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Alert rule: lag &gt; 100 for more than 5 minutes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kafka_consumergroup_lag &gt; 100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Grafana Auto-Provisioning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No manual dashboard setup — everything loaded from config files: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grafana/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├── provisioning/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│   ├── datasources/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│   │   └── prometheus.yaml    ← auto-connect Prometheus as datasource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│   └── dashboards/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│       └── dashboards.yaml    ← tell Grafana where to find JSON dashboards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└── dashboards/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└── kafka-lag.json         ← 7 panels (loaded automatically on startup)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Dashboard panels: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Lag per partition (time series)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Latest offset vs committed offset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Consumer group status (active/inactive)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Broker count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Infrastructure-as-code for dashboards: commit JSON, done.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max.poll.records=1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Why single-record polling makes lag visible in real time: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notification-service/application.yml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consumer: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max.poll.records: 1          # poll one message at a time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max.poll.interval.ms: 600000 # allow 10 min before kick-out (for pause demo)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max.poll.records=1: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poll() → 500 messages → process all → commit 500 at once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Lag decreases by 500 in one step → hard to observe on dashboard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max.poll.records=1: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poll() → 1 message → process → commit → poll() again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Lag decreases by 1 each time → smooth curve on Grafana ✓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Consumer Control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Simulate real-world consumer states via REST: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Pause consumer — stop reading, kafka-exporter shows growing lag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http://localhost:8082/api/consumer/pause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Generate 20 orders while consumer is paused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"http://localhost:8081/api/orders/flood?count=20"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Grafana shows lag climbing from 0 to 20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Resume — consumer catches up, lag drops to 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http://localhost:8082/api/consumer/resume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Slow mode — process 1 message per 2 seconds (lag grows slowly)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http://localhost:8082/api/consumer/slow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Fast mode — back to normal speed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http://localhost:8082/api/consumer/fast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These 4 states simulate common production scenarios: deploy, overload, recovery.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Pause → Flood → Observe →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Step-by-step lag demonstration: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Step 1: Open Grafana at http://localhost:3000 (admin/admin)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→ navigate to "Kafka Consumer Lag" dashboard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Step 2: Pause the consumer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curl -X POST http://localhost:8082/api/consumer/pause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Step 3: Flood the topic with 30 orders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curl "http://localhost:8081/api/orders/flood?count=30"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→ Watch Grafana: lag climbs from 0 → 30 over ~15 seconds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Step 4: Resume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curl -X POST http://localhost:8082/api/consumer/resume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→ Watch Grafana: lag drops from 30 → 0 as consumer catches 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Step 5: Try "slow" mode — lag grows slowly while consumer processes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This demo shows exactly what production on-call engineers watch during incidents.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Consumer Lag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`latest_offset - committed_offset` = primary Kafka health metric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kafka-exporter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sidecar translating Kafka metrics to Prometheus format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Prometheus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time-series database with 15s scrape interval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Grafana provisioning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dashboards-as-code, no manual setup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PromQL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`kafka_consumergroup_lag{group="..."}` for targeted monitoring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`max.poll.records=1`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fine-grained lag visibility on dashboards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Alert rule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`sum(kafka_consumergroup_lag) &gt; threshold` → PagerDuty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You cannot manage what you cannot measure. Lag is the heartbeat of Kafka.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Security: SASL/PLAIN + ACL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SASL/PLAIN authentication — username/password per Kafka client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ACL (Access Control Lists) — who can read/write which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`StandardAuthorizer` — built-in KRaft authorizer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`ALLOW_EVERYONE_IF_NO_ACL_FOUND=false` — deny by default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Super Users — `User:admin` bypasses all ACL checks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18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SASL/PLAIN: username + password for each client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ACL: declarative per-topic, per-user permissions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Deny by default: least privilege principle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acl-init: automated ACL setup at startup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17 — Observability: Prometheus &amp; 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