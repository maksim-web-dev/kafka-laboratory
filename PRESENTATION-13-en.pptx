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4400">
                <a:solidFill>
                  <a:srgbClr val="FFFFFF"/>
                </a:solidFill>
                <a:latin typeface="Segoe UI"/>
              </a:rPr>
              <a:t>Branch 13</a:t>
            </a:r>
          </a:p>
          <a:p>
            <a:pPr algn="ctr"/>
            <a:r>
              <a:rPr b="1" i="0" sz="4400">
                <a:solidFill>
                  <a:srgbClr val="FFFFFF"/>
                </a:solidFill>
                <a:latin typeface="Segoe UI"/>
              </a:rPr>
              <a:t>Saga Pattern (Choreography)</a:t>
            </a:r>
          </a:p>
          <a:p>
            <a:pPr algn="ctr"/>
            <a:r>
              <a:rPr b="1" i="0" sz="2400">
                <a:solidFill>
                  <a:srgbClr val="AACCFF"/>
                </a:solidFill>
                <a:latin typeface="Segoe UI"/>
              </a:rPr>
              <a:t>Apache Kafka for Certification &amp; 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1.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Distributed transactions problem — why 2PC fails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2.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Saga Pattern — local transactions + compensation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3.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Choreography vs Orchestration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4.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Branch13 architecture — 4 services, 8 topics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5.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Happy path flow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6.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Compensation flow — payment failure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7.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Compensation flow — inventory failure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8.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Idempotency Key — deduplication in Saga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9.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Saga State Machine in order-service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10.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Key Takeaways &amp; What's Next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The Distributed Transactions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Why Two-Phase Commit (2PC) fails in microservices: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2PC (Two-Phase Commit):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Phase 1: Coordinator asks all participants: "Can you commit?"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Phase 2: If all say YES → Coordinator sends COMMIT to all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Problems: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✗ Blocking protocol — all participants locked during phases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✗ Coordinator = Single Point of Failure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✗ Poor scalability — synchronous across all services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✗ Timeout during phase 2 → inconsistent state (partial commit)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Saga Pattern (alternative):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✓ No blocking — each service does a local transaction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✓ No SPOF — no central coordinator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✓ On failure → compensating transactions undo completed steps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! Eventual consistency — not immediate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Saga Pattern — Local Transactions + Compensation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Each step is a local transaction. Failure triggers compensation: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Happy path: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order.created → payment.processed → inventory.reserved → order.confirmed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Compensation on inventory failure: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inventory.failed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→ payment.refunded       (undo payment)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→ order.cancelled        (undo order)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Compensation on payment failure: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payment.failed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→ order.cancelled        (undo order, no payment to refund)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Each service only knows its own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input topics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and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output topics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No service knows the full saga flow —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emergent behavior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Compensating transactions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must be idempotent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Choreography vs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Two approaches to Saga coordination: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Choreography (branch13):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No central coordinator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"If I see event X → I publish event Y"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Each service independently knows its role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+ No SPOF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+ Loose coupling (services only know adjacent topics)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- Harder to debug (flow is distributed)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- Flow logic scattered across services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Orchestration (alternative):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Central saga orchestrator sends commands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"Step 1: call payment. Step 2: call inventory"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+ Easy to visualize entire flow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+ Easier debugging (all state in one place)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- Orchestrator = potential SPOF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- Tighter coupling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Architecture — 4 Services, 8 Topics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order-service ──[orders.created]──► payment-service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                       │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    OK → [payments.processed] ──► inventory-service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   FAIL → [payments.failed]   ──► order-service (cancel)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                       │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      OK → [inventory.reserved] ──► order-service (confirm)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     FAIL → [inventory.failed]  ──► payment-service (refund)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                                └──► order-service (cancel)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                       │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           [payments.refunded] ──► notification</a:t>
            </a:r>
          </a:p>
          <a:p>
            <a:r>
              <a:t/>
            </a:r>
          </a:p>
          <a:p>
            <a:r>
              <a:rPr b="1" i="0" sz="2200">
                <a:solidFill>
                  <a:srgbClr val="1A1A2E"/>
                </a:solidFill>
                <a:latin typeface="Segoe UI"/>
              </a:rPr>
              <a:t>notification-service listens to ALL 8 topics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and shows current saga step.</a:t>
            </a:r>
          </a:p>
          <a:p>
            <a:r>
              <a:t/>
            </a:r>
          </a:p>
          <a:p>
            <a:r>
              <a:rPr b="1" i="0" sz="2200">
                <a:solidFill>
                  <a:srgbClr val="1A1A2E"/>
                </a:solidFill>
                <a:latin typeface="Segoe UI"/>
              </a:rPr>
              <a:t>Ports: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order-service:8081, payment-service:8083, inventory-service:8085,</a:t>
            </a:r>
          </a:p>
          <a:p>
            <a:r>
              <a:rPr b="0" i="0" sz="2200">
                <a:solidFill>
                  <a:srgbClr val="1A1A2E"/>
                </a:solidFill>
                <a:latin typeface="Segoe UI"/>
              </a:rPr>
              <a:t>notification-service:8082, schema-registry:8090, kafka-ui:8080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Happy Path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All steps succeed — order confirmed: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1. POST /api/orders → order-service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publishes: 13.orders.created {orderId, userId, amount}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order state: PENDING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2. payment-service receives orders.created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processes payment → OK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publishes: 13.payments.processed {orderId, status=APPROVED}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order state: PAYMENT_APPROVED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3. inventory-service receives payments.processed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reserves stock → OK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publishes: 13.inventory.reserved {orderId}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order state: INVENTORY_RESERVED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4. order-service receives inventory.reserved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publishes: 13.orders.confirmed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order state: CONFIRMED ✓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Compensation Flow — Payment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Payment fails → order cancelled, no inventory involved: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1. order-service publishes: 13.orders.created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order state: PENDING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2. payment-service receives orders.created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payment fails (insufficient funds, gateway timeout, ...)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publishes: 13.payments.failed {orderId, reason}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3. order-service receives payments.failed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publishes: 13.orders.cancelled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order state: CANCELLED ✗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notification-service: notifies user "Payment declined"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Simple compensation: only one step to undo (the order creation).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Compensation Flow — Inventory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Payment succeeded, inventory fails → refund required: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1. orders.created → payment.processed(APPROVED)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order state: PAYMENT_APPROVED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2. inventory-service: cannot reserve stock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publishes: 13.inventory.failed {orderId}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3. payment-service receives inventory.failed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processes refund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publishes: 13.payments.refunded {orderId}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4. order-service receives inventory.failed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publishes: 13.orders.cancelled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order state: CANCELLED ✗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notification: "Order cancelled. Refund will arrive in 3-5 days."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Two-step compensation: refund payment AND cancel order — must both succeed.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Idempotency Key — Deduplication in Saga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Kafka at-least-once means duplicates are possible — Saga must handle them: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// payment-service: protect against duplicate processing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private val processedKeys = ConcurrentHashMap.newKeySet&lt;String&gt;()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fun handleOrderCreated(event: OrderCreatedEvent) {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val key = "order-created:${event.orderId}"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if (!processedKeys.add(key)) {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log.warn("Duplicate detected — skipping: {}", key)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return   // ← idempotent: second call has no effect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}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// process payment...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kafkaTemplate.send("payments.processed", paymentEvent)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`idempotencyKey = "order-created:{orderId}"` — unique per order.</a:t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In production: store processed keys in Redis or DB (not in-memory).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Saga 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order-service tracks the full saga lifecycle: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 ┌──────────┐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POST /api/orders │  PENDING  │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──────────────►  └────┬─────┘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      │ payments.processed (APPROVED)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 ┌────▼──────────────┐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 │ PAYMENT_APPROVED   │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 └────┬──────────────┘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      │ inventory.reserved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 ┌────▼──────┐   payments.failed  ┌──────────┐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 │ CONFIRMED │   or               │ CANCELLED│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 └───────────┘   inventory.failed └──────────┘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GET /api/orders/{orderId}/status → current state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Saga Pattern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distributed transactions without blocking, without SPOF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Choreography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services react to events, no central coordinator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Compensating transactions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undo completed steps on failure — must be idempotent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8 topics for 4 services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fine-grained event flow, observable in Kafka UI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Idempotency key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essential protection against duplicate processing in at-least-once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Avro + Schema Registry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strict typing enforced across all 4 services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notification-service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as observer = each saga step visible in real time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Saga: eventual consistency + no blocking = the price of distributed architecture.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What's Next — Branch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Kafka Streams — stateful stream processing</a:t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`KStream` — unbounded append-only event stream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`KTable` — stateful upsert view (latest value per key)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`groupBy / count` — stateful aggregation with State Store (RocksDB)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Tumbling Windows — fixed-duration time windows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Interactive Queries — query local State Store via HTTP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3000">
                <a:solidFill>
                  <a:srgbClr val="FFFFFF"/>
                </a:solidFill>
                <a:latin typeface="Segoe UI"/>
              </a:rPr>
              <a:t>What's Next — Branch 14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KStream vs KTable: stream vs state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State Store: RocksDB-backed, survives restarts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Tumbling Windows: time-based aggregation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Interactive Queries: HTTP access to local state</a:t>
            </a:r>
          </a:p>
          <a:p>
            <a:pPr algn="ctr"/>
            <a:r>
              <a:rPr b="1" i="0" sz="4400">
                <a:solidFill>
                  <a:srgbClr val="FFFFFF"/>
                </a:solidFill>
                <a:latin typeface="Segoe UI"/>
              </a:rPr>
              <a:t>Questions?</a:t>
            </a:r>
          </a:p>
          <a:p>
            <a:pPr algn="ctr"/>
            <a:r>
              <a:rPr b="1" i="0" sz="2400">
                <a:solidFill>
                  <a:srgbClr val="AACCFF"/>
                </a:solidFill>
                <a:latin typeface="Segoe UI"/>
              </a:rPr>
              <a:t>Branch 13 — Saga Pattern (Choreography)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