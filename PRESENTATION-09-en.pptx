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09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Error Handling &amp; Dead Letter Topic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The problem without error handling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Blocking vs Non-blocking retry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`@RetryableTopic` — configuration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Retry topics — automatic creation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Exponential Backoff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`@DltHandler` — the last line of defense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Retry headers — metadata for debugging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Demo: retry → DLT flow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The Problem Without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Three bad approaches — none suitable for production: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Option A: retry indefinitely (blocking)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consumer retries in a loop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partition blocked, other messages not processed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if service restarts: retry state LOST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Option B: log &amp; skip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catch exception, log, commit offset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message LOST forever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no audit trail, no recovery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Option C: catch all exceptions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catch(Exception e) → acknowledge()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processing "succeeded" regardless of outcome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payment failed silently, user not notified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For critical business services: none of these are acceptable.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Blocking vs Non-blocking Retry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Key architectural difference: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Blocking retry (DefaultErrorHandler):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poll() → message fails → retry in-memory N times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consumer is blocked for all retry attempts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other messages in partition wait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retry state LOST on service restart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Non-blocking retry (@RetryableTopic):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poll() → message fails → publish to retry-topic-0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main topic continues reading immediately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retry-topic consumer picks up after delay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retry state PERSISTED in Kafka (survives restart)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Non-blocking retry = main topic never blocked by failing messages.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@RetryableTopic —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Declare retry behavior directly on the listener: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@RetryableTopic(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attempts = "3",                           // 1 main + 2 retries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backoff = @Backoff(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delay = 1000,                         // first retry: 1 second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multiplier = 5.0                      // second retry: 5 seconds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),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topicSuffixingStrategy = SUFFIX_WITH_INDEX_VALUE,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dltStrategy = FAIL_ON_ERROR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@KafkaListener(topics = ["09.orders.created"])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handleOrderCreated(event: OrderCreatedEvent, ack: Acknowledgment)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notificationService.processOrder(event)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ack.acknowledge()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@DltHandler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handleDlt(event: OrderCreatedEvent)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log.error("DLT: exhausted retries for order {}", event.orderId)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alertService.notifyOncall(event)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Retry Topics — Automatically Created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Spring Kafka creates retry and DLT topics at startup: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09.orders.created           ← main topic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09.orders.created-retry-0   ← first retry (delay: 1 second)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09.orders.created-retry-1   ← second retry (delay: 5 seconds)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09.orders.created-dlt       ← dead letter topic (final destination)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All visible in Kafka UI: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See how many messages are in each retry stage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Monitor DLT accumulation (growing DLT = recurring errors)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Check retry headers for root cause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Non-blocking retry makes the error pipeline observable and auditable.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Exponential Backoff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Prevent overload during transient failures: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Attempt 1: main topic          → fails (DB timeout)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Wait 1 second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Attempt 2: retry-0 topic       → fails (DB still recovering)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Wait 5 seconds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Attempt 3: retry-1 topic       → succeeds ✓ (DB recovered)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Without backoff: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retry every 100ms × 100 messages = storm of DB requests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worsens the outage instead of allowing recovery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 exponential backoff: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gives the downstream system time to recover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gradually reduces retry frequency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Exponential backoff is essential when failures are caused by downstream saturation.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@DltHandler — The Last Line of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Called after ALL retry attempts are exhausted: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@DltHandler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handleDlt(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event: OrderCreatedEvent,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@Header(KafkaHeaders.RECEIVED_TOPIC) topic: String,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@Header(KafkaHeaders.EXCEPTION_MESSAGE) exceptionMessage: String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log.error("DLT message from {}: {}", topic, exceptionMessage)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db.saveToDltAudit(event, exceptionMessage)     // persist for review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slackService.alert("DLT received for order ${event.orderId}")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Message will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NOT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be retried after `@DltHandler`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`dltStrategy=FAIL_ON_ERROR`: exception in `@DltHandler` is NOT silenced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Required for every critical consumer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in production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Retry Headers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Each retry message carries metadata about its journey: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kafka_original_topic:       09.orders.created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kafka_original_partition:   1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kafka_original_offset:      42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kafka_exception-classname:  java.sql.SQLTimeoutException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kafka_exception-message:    Connection timed out after 5000ms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kafka_backoff_next_elapse:  1696350012345  (timestamp: when to process)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Visible in Kafka UI → useful for debugging without log diving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`kafka_backoff_next_elapse` — the retry scheduler uses this to decide when to process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`kafka_original_offset` — trace back to the exact original message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Retry headers make the retry pipeline transparent and debuggable.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Demo — Retry → DLT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Simulate 3 consecutive failures: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Plan 3 failures (exhausts all retries → goes to DLT)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-X POST http://localhost:8082/api/notifications/simulate-failure/3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Send one order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-X POST http://localhost:8081/api/orders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-H "Content-Type: application/json"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-d '{"userId":"user-01","product":"Book","quantity":1,"totalAmount":20.00}'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Expected log sequence: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[MAIN]    Processing order-001 → FAILED (attempt 1/3)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[RETRY-0] After 1s: order-001 → FAILED (attempt 2/3)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[RETRY-1] After 5s: order-001 → FAILED (attempt 3/3)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[DLT]     Dead letter: order-001 — all retries exhausted</a:t>
            </a:r>
          </a:p>
          <a:p>
            <a:r>
              <a:t/>
            </a:r>
          </a:p>
          <a:p>
            <a:r>
              <a:rPr b="1" i="0" sz="2200">
                <a:solidFill>
                  <a:srgbClr val="1A1A2E"/>
                </a:solidFill>
                <a:latin typeface="Segoe UI"/>
              </a:rPr>
              <a:t>Stats: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`{"processed": 0, "dlt": 1}`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Non-blocking retry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via Kafka topics = main topic never blocked by failures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`@RetryableTopic`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auto-creates retry/DLT topics + retry headers + `@DltHandler`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Exponential backoff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prevents retry storms during downstream outages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DLT is mandatory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for every critical consumer in production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Retry state persists in Kafka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— survives service restarts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`dltStrategy=FAIL_ON_ERROR`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— exceptions in `@DltHandler` are not silenced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Retry headers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make the pipeline observable without log diving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Correct error handling is an architectural decision, not just a try-catch block.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JSON Serialization — cross-service type safety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`spring.json.type.mapping` — alias instead of FQCN in `__TypeId__`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`spring.json.trusted.packages` — security whitelist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Event versioning with `eventVersion` field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Nested objects: `List&lt;OrderItem&gt;` serialization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Full 3-service pipeline: order → payment → notification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10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Type mapping: alias decouples services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trusted.packages: security best practice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Event versioning: backward-compatible evolution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3-service pipeline with DLT as business event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09 — Error Handling &amp; Dead Letter Topic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