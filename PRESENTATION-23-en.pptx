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23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Security: SSL/TLS (SASL\_SSL)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Why TLS encryption is needed beyond SASL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Security protocols comparison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SSL certificate chain — CA → broker → client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Keystore vs Truststore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`generate-certs.sh` — automated certificate generation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Kafka broker SSL configuration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Spring Boot SASL\_SSL client configuration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One-way SSL vs mutual TLS (mTLS)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Why TLS Encryption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SASL_PLAINTEXT (branch18): credentials verified but traffic exposed: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SASL_PLAINTEXT problem: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Client sends: username=order-producer, password=order-secret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 verifies: ✓ correct credentials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But on the wire: all data in PLAIN TEXT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Network sniffer sees: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username=order-producer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password=order-secret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{"orderId":"abc","amount":149.99,"userId":"alice"}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← entire message payload visible!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SASL_SSL solution: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All traffic encrypted with TLS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Network sniffer sees: binary encrypted gibberish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Authentication still via SASL/PLAIN (but credentials also encrypted)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Security Protocols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Four options — choose based on environment:</a:t>
            </a:r>
          </a:p>
          <a:p>
            <a:r>
              <a:t/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Protocol  |  Authentication  |  Encryption  |  Use Case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`PLAINTEXT`  |  None  |  None  |  Local dev only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`SASL_PLAINTEXT`  |  SASL/PLAIN  |  None  |  Internal network with firewall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`SSL`  |  Optional (mTLS)  |  TLS  |  Encryption without username auth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`SASL_SSL`  |  SASL/PLAIN  |  TLS  |  </a:t>
            </a:r>
            <a:r>
              <a:rPr b="1" i="0" sz="1800">
                <a:solidFill>
                  <a:srgbClr val="1A1A2E"/>
                </a:solidFill>
                <a:latin typeface="Segoe UI"/>
              </a:rPr>
              <a:t>Production — both auth + encryption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For any cloud Kafka, public-facing broker, or multi-tenant environment: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**`SASL_SSL` is the only acceptable choice.**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SSL Certificate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Trust is established through a chain of signatures: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Certificate Authority (CA):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CA generates: ca-key (private) + ca-cert (public)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CA signs broker certificates — establishes trust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Broker Certificate: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kafka-broker generates: broker private key + CSR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CA signs CSR → broker certificate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Stored in: kafka.server.keystore.jks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Client Trust: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kafka.client.truststore.jks contains: ca-cert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Client sees broker cert → signed by trusted CA → trust established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CA (ca-key + ca-cert)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│ signs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▼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Broker Certificate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(in kafka.server.keystore.jks)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│ verified against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▼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CA cert in client truststore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Keystore vs Truststore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Two JKS files with different purposes: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Keystore (MY identity):            Truststore (WHO I TRUST):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Contains:                          Contains: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Private key                        CA certificate(s)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My certificate                     (public certs only)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kafka.server.keystore.jks          kafka.server.truststore.jks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broker's private key              → broker trusts this CA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broker's signed certificate       kafka.client.truststore.jks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→ clients trust broker certs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signed by this CA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Analogy: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Keystore = your passport          Truststore = list of trusted issuers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"This is who I am"                "I accept IDs from these authorities"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generate-certs.sh — Certificate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Full certificate chain in one script: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Step 1: Generate CA (self-signed)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openssl req -new -x509 -keyout ca-key -out ca-cert -days 365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-subj "/CN=KafkaLab-CA/OU=KafkaLab/O=KafkaLab/C=UA"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Step 2: Broker keystore — private key + CSR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keytool -keystore kafka.server.keystore.jks -alias broker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-genkey -keyalg RSA -dname "CN=kafka,OU=KafkaLab,O=KafkaLab,C=UA"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keytool -keystore kafka.server.keystore.jks -alias broker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-certreq -file cert-req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Step 3: CA signs the broker CSR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openssl x509 -req -CA ca-cert -CAkey ca-key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-in cert-req -out cert-signed -days 365 -CAcreateserial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Step 4: Import CA + signed cert into keystore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keytool -keystore kafka.server.keystore.jks -alias CARoot -import -file ca-cert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keytool -keystore kafka.server.keystore.jks -alias broker -import -file cert-signed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Step 5: Client truststore — only needs CA cert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keytool -keystore kafka.client.truststore.jks -alias CARoot -import -file ca-cert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Kafka Broker SSL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docker-compose-23.yml environment variables: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KAFKA_LISTENERS: CONTROLLER://:9093,SASL_SSL://:9092,SASL_SSL_HOST://:9128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KAFKA_INTER_BROKER_LISTENER_NAME: SASL_SSL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KAFKA_LISTENER_SECURITY_PROTOCOL_MAP: 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CONTROLLER:PLAINTEXT,SASL_SSL:SASL_SSL,SASL_SSL_HOST:SASL_SSL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KAFKA_SSL_KEYSTORE_FILENAME: certs/kafka.server.keystore.jks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KAFKA_SSL_KEYSTORE_CREDENTIALS: ssl_keystore_password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KAFKA_SSL_KEYSTORE_PASSWORD: kafkalab-ssl-secret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KAFKA_SSL_KEY_CREDENTIALS: ssl_keystore_password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KAFKA_SSL_TRUSTSTORE_FILENAME: certs/kafka.server.truststore.jks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KAFKA_SSL_TRUSTSTORE_CREDENTIALS: ssl_truststore_password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KAFKA_SSL_ENDPOINT_IDENTIFICATION_ALGORITHM: ""  # disable hostname verification (dev)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In production: remove `ssl.endpoint.identification.algorithm=""` — enable hostname verification.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Spring Boot SASL\_SSL Client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Client needs: SASL credentials + SSL truststore: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order-service/application.yml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bootstrap-servers: localhost:9092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properties: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security.protocol: SASL_SSL           # ← both auth + encryption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sasl.mechanism: PLAIN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sasl.jaas.config: 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org.apache.kafka.common.security.plain.PlainLoginModule required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username="order-producer" password="order-secret";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ssl.truststore.location: /etc/kafka/secrets/certs/kafka.client.truststore.jks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ssl.truststore.password: kafkalab-ssl-secret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ssl.endpoint.identification.algorithm: ""   # dev only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In production: `ssl.endpoint.identification.algorithm: https` to verify broker hostname.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SASL_SSL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SASL/PLAIN authentication + TLS encryption — production standard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Certificate chain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: CA signs broker cert → client trusts CA → client trusts broker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Keystore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your identity (private key + certificate);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Truststore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trusted CAs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`generate-certs.sh`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complete PKI chain in one script — treat as infrastructure code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One-way SSL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client verifies broker identity (most common)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mTLS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broker also verifies client certificate (highest security)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`ssl.endpoint.identification.algorithm=""`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disable hostname check (dev ONLY)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In cloud Kafka (Confluent Cloud, MSK): SSL certs managed automatically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SASL_PLAINTEXT for dev, SASL_SSL for everything else. No exceptions in production.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Advanced Topics: Compression, AdminClient, Interceptors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Compression: `gzip`, `lz4`, `zstd`, `snappy` — size vs CPU trade-off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`AdminClient` API — programmatic topic management without CLI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`ProducerInterceptor` — `onSend()`, `onAcknowledgement()` hooks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`ConsumerInterceptor` — `onConsume()`, `onCommit()` hooks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Benchmark: compare all compression types in code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24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Compression: lz4 and zstd for production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AdminClient: runtime topic management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Interceptors: metrics, tracing, header enrichment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Quotas: rate-limit per client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23 — Security: SSL/TLS (SASL\_SSL)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