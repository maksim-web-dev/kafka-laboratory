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08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Consumer Configuration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EAGER rebalance — the stop-the-world problem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COOPERATIVE (Incremental) rebalance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`CooperativeStickyAssignor`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Static Group Membership — `group.instance.id`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`max.poll.records` — protection against timeout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`session.timeout.ms` vs `heartbeat.interval.ms`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`max.poll.interval.ms` — the hidden timeout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Graceful shutdown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COOPERATIVE rebalance in action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EAGER Rebalance — Stop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Any group membership change stops ALL consumers: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EAGER rebalance sequence: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1: consumer-3 joins the 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2: ALL consumers REVOKE all their partitions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consumer-1: REVOKED [p0, p1]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consumer-2: REVOKED [p2]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3: Kafka recalculates all assignments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4: ALL consumers receive new ASSIGNED events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consumer-1: ASSIGNED [p0]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consumer-2: ASSIGNED [p1]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consumer-3: ASSIGNED [p2]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5: reading resumes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Downtime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seconds to a minute during rebalance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`RangeAssignor` and `RoundRobinAssignor` are EAGER by design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Lag grows during the pause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Every deployment causes two EAGER rebalances: disconnect + reconnect.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COOPERATIVE Rebalance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Only "migrating" partitions are temporarily paused: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COOPERATIVE rebalance — consumer-3 joins: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Round 1: Identify which partitions need to move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consumer-1 REVOKES [p1]   ← only p1 migrates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consumer-2 keeps  [p2]    ← no interruption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consumer-1 keeps  [p0]    ← no interruption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Round 2: Assign released partitions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consumer-3 ASSIGNED [p1]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Non-migrating partitions continue reading WITHOUT interruption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Introduced in Kafka 2.4, production standard in Kafka 3.x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`CooperativeStickyAssignor`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also minimizes partition movement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COOPERATIVE = incremental rebalance with minimal downtime impact.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Static Group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`group.instance.id` — identify consumer across restarts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static membership (dynamic):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service restart → Kafka sees: disconnect + reconnect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2 rebalances per deployment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session.timeout.ms delay between them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static membership: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group.instance.id: notification-service-1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service restarts → Kafka recognizes same instance-id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waits session.timeout.ms before declaring dead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if returns within timeout → 0 rebalances, same partitions ✓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Critical for: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Kubernetes rolling deployments (pods restart frequently)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Short maintenance windows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Static membership + COOPERATIVE = near-zero downtime on deploy.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max.poll.records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Limits the batch size per `poll()` call: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poll() → returns up to max.poll.records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Problem without tuning: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max.poll.records=500 (default)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Each message takes 200ms to process (DB call)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500 × 200ms = 100 seconds per batch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max.poll.interval.ms=300s → borderline dangerous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Solution: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max.poll.records=10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10 × 200ms = 2 seconds → safely within interval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Typical production values: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10–500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(depends on processing time)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Smaller batch → shorter processing time → stays within poll interval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Common mistake: slow DB calls + large `max.poll.records` = mystery rebalance.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session.timeout.ms vs heartbeat.interval.ms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separate timeout mechanisms: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heartbeat.interval.ms (default 3s):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Background thread sends heartbeat to broker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Signals: "consumer is alive, just processing"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Does NOT require poll() to be called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session.timeout.ms (default 45s):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If no heartbeat received → broker declares consumer dead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Triggers rebalance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Rule of three: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heartbeat.interval.ms &lt; session.timeout.ms / 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Example: heartbeat=3s, session.timeout=45s → safe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Smaller `session.timeout`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→ faster failure detection, more false positives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Larger `session.timeout`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→ slower failure detection, fewer false positives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max.poll.interval.ms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Tracks `poll()` calls, not heartbeats: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max.poll.interval.ms (default 300s = 5 min):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If time between consecutive poll() calls exceeds this → broker kick-out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Common mistake: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Slow synchronous operation between polls: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poll() → fetch 100 messages → call slow DB → 6 minutes → next poll()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→ broker kicks consumer out → REBALANCE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Solutions: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Option 1: reduce max.poll.records (fewer messages per poll)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Option 2: increase max.poll.interval.ms (if slow processing is expected)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Option 3: move heavy work to async (non-blocking)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heartbeat thread can still send heartbeats while poll() is delayed —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session.timeout alone won't save you here.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Graceful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Zero message loss on deployment: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SIGTERM received: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1: Spring stops accepting new HTTP requests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2: Kafka consumer finishes current batch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3: commitSync() — commit offset before shutdown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4: COOPERATIVE REVOKE — release partitions cleanly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5: other consumers receive ASSIGNED for released partitions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6: process exits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graceful shutdown: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Uncommitted offsets → messages reprocessed after restart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Sudden EAGER rebalance → all consumers pause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Graceful shutdown = the last line of defense for message delivery guarantees.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 — COOPERATIVE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Start 2 instances, stop one, observe logs: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Start: notification-1 → [p0, p1], notification-2 → [p2]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compose -f docker-compose-08.yml up --build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Stop notification-2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stop notification-service-2-b08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Watch logs: COOPERATIVE behavior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docker logs notification-service-1-b08 --tail=20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Expected logs: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notification-2: [REVOKED] orders.created[2]         ← only p2 released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notification-1: [ASSIGNED] orders.created[2]        ← gets p2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notification-1: [KEPT]    orders.created[0], [1]    ← never interrupted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notification-1 continues reading p0 and p1 WITHOUT any pause.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`CooperativeStickyAssignor`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production standard in Kafka 3.x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Static Membership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reduces rebalances on rolling restart (Kubernetes)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`max.poll.records`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protects against `max.poll.interval.ms` timeout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Rule of three: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`heartbeat.interval &lt; session.timeout / 3`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`max.poll.interval`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tracks `poll()` calls, not heartbeats — a hidden timeout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Graceful shutdown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zero lost messages on deploy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COOPERATIVE + Static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near-zero downtime during rolling deployments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Rebalance is not just a technical detail — it's a direct cause of production downtime.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Error Handling &amp; Dead Letter Topic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`@RetryableTopic` — non-blocking retry through Kafka topics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Automatic retry topic creation with exponential backoff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`@DltHandler` — manual intervention after exhausted retries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Retry headers: `kafka_original_topic`, `kafka_exception-message`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09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Non-blocking retry via Kafka topics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Dead Letter Topic after N failures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@DltHandler: alert, log, manual review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Retry state survives service restart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08 — Consumer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