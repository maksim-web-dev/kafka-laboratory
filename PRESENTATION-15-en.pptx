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15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Kafka Connect: CDC with Debezium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Kafka Connect — what it is and why it matters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Custom code vs Kafka Connect — comparison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CDC vs Polling — why WAL-based CDC wins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PostgreSQL WAL — the foundation of Debezium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Debezium CDC envelope format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SMT `ExtractNewRecordState` — unwrapping the envelope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Elasticsearch Sink Connector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`connect-init` — automatic connector registration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Kafka Connect REST API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10.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 is Kafka Connect?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 framework for integrating Kafka with external systems — without writing producer/consumer code: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Without Kafka Connect: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Write producer code → compile → test → deploy → maintain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Write consumer code → compile → test → deploy → maintain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Repeat for every new data source or sink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 Kafka Connect: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Configure JSON → POST to REST API → connector is RUNNING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No code to write, no code to maintain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Handles: error handling, offset management, retries, monitoring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200+ ready-made connectors: PostgreSQL, MySQL, MongoDB, S3, Elasticsearch, BigQuery...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Source Connector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— reads from external system, writes to Kafka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Sink Connector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— reads from Kafka, writes to external system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Connect = reusable integration without boilerplate code.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Custom Code vs Kafka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Why reinvent when a connector already exists?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Custom Kafka producer for DB changes: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SELECT WHERE updated_at &gt; last_poll_time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requires updated_at column in every table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misses DELETE operations entirely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adds polling load to the DB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may miss fast changes between polls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you maintain all the logic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Debezium Source Connector (CDC):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reads PostgreSQL WAL (Write-Ahead Log)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captures ALL changes: INSERT, UPDATE, DELETE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zero overhead on application tables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guaranteed ordering per table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battle-tested, maintained by community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you just configure JSON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If a connector exists — use it. Don't build what doesn't need building.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CDC vs Polling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Change Data Capture using the Write-Ahead Log: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Polling (every 5 seconds):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SELECT * FROM orders WHERE updated_at &gt; :last_check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requires updated_at column on every table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DELETE is invisible (row gone, no way to detect)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DB receives extra load from polling queries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may miss rapid changes between polls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time window: ±5 seconds accuracy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CDC via WAL (Debezium):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reads PostgreSQL replication slot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ALL operations captured automatically: INSERT, UPDATE, DELETE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zero load on application tables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exact ordering guaranteed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sub-millisecond latency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 no schema changes required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PostgreSQL WAL — The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WAL (Write-Ahead Log) = the source of truth for all DB changes: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PostgreSQL writes every change to WAL before committing: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INSERT → WAL record → data file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UPDATE → WAL record → data file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DELETE → WAL record → data file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Debezium uses Logical Replication to read WAL: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wal_level=logical          ← enable logical decoding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max_replication_slots=4    ← slots hold WAL position for readers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max_wal_senders=4          ← parallel WAL stream connections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Debezium creates a replication slot: "debezium"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slot remembers last-read WAL position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if Debezium restarts → continues from that position (no gaps)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WAL-based CDC = exactly-once capture of every DB change.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Debezium CDC Envelope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Every captured change is wrapped in a structured envelope: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"before": null,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"after":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"id": "550e8400-e29b-41d4-a716-446655440000",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"user_id": "alice",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"total_amount": 149.99,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"status": "PENDING",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"created_at": 1696350012345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},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"op": "c",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"ts_ms": 1696350012345,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"source": {"db": "ordersdb", "table": "orders", "lsn": 12345}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`op: "c"` = INSERT (create), `"u"` = UPDATE, `"d"` = DELETE, `"r"` = READ (snapshot)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`before` = state before change (null for INSERT)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`after` = state after change (null for DELETE)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SMT — ExtractNewRecordState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Single Message Transform: unwrap the Debezium envelope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Without SMT — Elasticsearch receives full envelope (bloated):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"before": null,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"after": {"id": "...", "user_id": "alice", "total_amount": 149.99},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"op": "c", "ts_ms": 1696350012345, "source": {...}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After SMT ExtractNewRecordState — only the "after" fields: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"id": "550e8400-...",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"user_id": "alice",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"total_amount": 149.99,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"status": "PENDING"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"transforms": "unwrap",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"transforms.unwrap.type": "io.debezium.transforms.ExtractNewRecordState"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SMT transforms messages **inside the connector** — no extra service needed.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Elasticsearch Sink Connector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Kafka → Elasticsearch: searchable real-time index: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"name": "orders-elasticsearch-sink",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"config":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"connector.class": "io.confluent.connect.elasticsearch.ElasticsearchSinkConnector",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"tasks.max": "1",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"topics": "postgres.public.orders",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"connection.url": "http://elasticsearch-b15:9200",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"type.name": "_doc",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"key.ignore": "false",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"schema.ignore": "true",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"transforms": "unwrap",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"transforms.unwrap.type": "io.debezium.transforms.ExtractNewRecordState"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Each Kafka message → one Elasticsearch document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Kafka message key = Elasticsearch document ID (enables UPSERT)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SMT applied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before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writing to Elasticsearch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connect-init — Automatic Connector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Registering connectors at startup without manual steps: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connect-init-b15: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image: curlimages/curl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depends_on: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kafka-connect-b15: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condition: service_healthy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command: &gt;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sh -c 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curl -s -X POST http://kafka-connect-b15:8083/connectors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-H 'Content-Type: application/json'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-d @/config/debezium-source.json &amp;&amp;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curl -s -X POST http://kafka-connect-b15:8083/connectors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-H 'Content-Type: application/json'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-d @/config/elasticsearch-sink.json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"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`connect-init` is a one-shot container — runs once, registers connectors, exits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No manual curl commands needed after `docker compose up`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Automate connector registration — treat connectors as infrastructure-as-code.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Kafka Connect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All management through HTTP — no CLI tools needed: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List all registered connectors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GET  http://localhost:8083/connectors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Register a new connector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POST http://localhost:8083/connectors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Body: {"name": "...", "config": {...}}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Check connector status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GET  http://localhost:8083/connectors/orders-source-connector/status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→ {"state": "RUNNING", "tasks": [{"state": "RUNNING"}]}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Pause a connector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PUT  http://localhost:8083/connectors/orders-source-connector/pause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Delete a connector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DELETE http://localhost:8083/connectors/orders-source-connector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Kafka Connect is fully managed via REST — CI/CD friendly.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Kafka Connect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integration without writing producer/consumer code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CDC (Debezium)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capture every INSERT/UPDATE/DELETE via PostgreSQL WAL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WAL-based CDC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beats polling: captures DELETEs, zero DB overhead, exact ordering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Debezium envelope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contains `before`, `after`, `op` — full change context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SMT `ExtractNewRecordState`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— unwrap envelope, keep only `after` state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Replication slot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WAL position bookmark — no gaps on restart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`connect-init`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infrastructure-as-code for connector registration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REST API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full connector lifecycle management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order-service does NOT know Kafka exists. Debezium captures everything silently.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Cluster &amp; Replication — Kafka in high-availability mode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Multi-broker Kafka cluster (3 brokers in KRaft mode)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Replication Factor — RF=3, partition replicas across brokers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Leader election — which broker handles reads and writes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`min.insync.replicas` under real broker failure scenarios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Producer behavior during broker failover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16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Multi-broker cluster: RF=3, leader + 2 followers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Leader election on broker failure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min.insync.replicas under real failure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Producer failover behavior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15 — Kafka Connect: CDC with Debezium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