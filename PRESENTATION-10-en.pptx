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10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JSON Serialization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The FQCN problem — `ClassNotFoundException` across services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`spring.json.type.mapping` — alias instead of FQCN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`spring.json.trusted.packages` — security whitelist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`spring.json.add.type.headers` — the mechanism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Event versioning — `eventVersion` field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Nested objects — `List&lt;OrderItem&gt;`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Multi-topic pipeline: order → payment → notification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DLT → business event pattern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The FQCN Problem — ClassNotFoundException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Without type mapping: producer writes full class name into `__TypeId__` header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Producer (order-service) sends: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__TypeId__ = "com.kafkalab.order.model.OrderCreatedEvent"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Consumer (payment-service) tries to deserialize: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looks for "com.kafkalab.order.model.OrderCreatedEvent"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class NOT in payment-service classpath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ClassNotFoundException → consumer crashes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1A1A2E"/>
                </a:solidFill>
                <a:latin typeface="Segoe UI"/>
              </a:rPr>
              <a:t>Root cause: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tight coupling through fully-qualified class names (FQCN)</a:t>
            </a:r>
          </a:p>
          <a:p>
            <a:r>
              <a:rPr b="1" i="0" sz="2200">
                <a:solidFill>
                  <a:srgbClr val="1A1A2E"/>
                </a:solidFill>
                <a:latin typeface="Segoe UI"/>
              </a:rPr>
              <a:t>Consequence: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rename any package → all consumers break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Services must not share classpath. They must share a **contract** instead.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spring.json.type.mapping — Alias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Replace FQCN with a short alias — each service maps it locally: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order-service (producer):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spring.kafka.producer.properties: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spring.json.type.mapping: &gt;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OrderCreatedEvent:com.kafkalab.order.model.OrderCreatedEvent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payment-service (consumer):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spring.kafka.consumer.properties: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spring.json.type.mapping: &gt;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OrderCreatedEvent:com.kafkalab.payment.model.OrderCreatedEvent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Producer sends: __TypeId__ = "OrderCreatedEvent"  ← short alias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Consumer reads: "OrderCreatedEvent" → maps to its own local class ✓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Services share the **alias**, not the class path.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Each service has its own local copy of the event class.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spring.json.trusted.packages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Security: whitelist which packages are allowed for deserialization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Development (permissive):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spring.json.trusted.packages: "*"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Production (restrictive):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spring.json.trusted.packages: "com.kafkalab.payment.model,com.kafkalab.shared"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Why it matters: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Without restriction: deserialization of arbitrary classes = security vulnerability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Java deserialization attacks exploit unrestricted type resolution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With `"*"`: any class name in `__TypeId__` header could be instantiated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Without trusted.packages → ClassNotTrustedException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(even for legitimate classes not in the whitelist)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Always specify concrete packages in production. Never use `"*"` in production.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Event 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Add `eventVersion` to every event — enables backward-compatible evolution: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data class OrderCreatedEvent(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orderId: String,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userId: String,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totalAmount: Double,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items: List&lt;OrderItem&gt; = emptyList(),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eventVersion: String = "1.0"    // ← version field with default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Consumer logic: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when (event.eventVersion)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"1.0" → handle v1 format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"2.0" → handle v2 format with new fields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else  → log warning, use defaults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}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Version field + default value = backward-compatible rolling deployment.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Old consumers handle v1 messages; new consumers handle both.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Nested Objects — List&lt;OrderItem&gt;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Jackson serializes nested objects automatically — no extra configuration: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data class OrderItem(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productId: String,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name: String,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quantity: Int,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price: Double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data class OrderCreatedEvent(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orderId: String,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items: List&lt;OrderItem&gt; = emptyList()  // ← default = backward compatible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)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"orderId": "order-001",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"items": [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{"productId": "p1", "name": "Book", "quantity": 2, "price": 19.99},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{"productId": "p2", "name": "Pen",  "quantity": 1, "price":  2.99}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Multi-Topic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Three services, three topics, one business flow: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POST /api/orders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▼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order-service ──[10.orders.created]──► payment-service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OK → [10.payments.processed(APPROVED)] ──► notification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FAIL → [10.payments.processed(DECLINED)] ──► notification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(on DLT exception)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   @DltHandler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                      publish DECLINED event ──────────► notification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`notification-service` listens to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3 topics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: `orders.created`, `orders.cancelled`, `payments.processed`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Single `type.mapping` in notification for 3 different event types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Each service independently deployable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DLT → Business Event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Evolving from logging to business-meaningful DLT handling: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branch09: DLT handler just logs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@DltHandler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handleDlt(event: OrderCreatedEvent)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log.error("DLT: {}", event.orderId)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// branch10: DLT handler publishes a business event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@DltHandler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fun handleDlt(event: OrderCreatedEvent)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log.error("DLT: payment failed for order {}", event.orderId)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 declinedEvent = PaymentProcessedEvent(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orderId = event.orderId,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status = "DECLINED",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reason = "Payment processing exhausted all retries"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kafkaTemplate.send("10.payments.processed", event.userId, declinedEvent)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notification-service receives DECLINED and notifies the user.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Business flow completes correctly even on technical failure.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`spring.json.type.mapping`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mandatory for cross-service Kafka in Java/Kotlin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`trusted.packages`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security best practice for production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Alias decoupling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— services share the alias string, not the class path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Event versioning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— add from day one; retrofitting is expensive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Default values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in event classes = backward-compatible schema evolution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DLT as business event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— better than silent logging, completes the business flow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Each service has its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own local copy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of event classes (loose coupling)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Serialization is the contract between producer and consumer. Treat it seriously.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Schema Registry &amp; Avro — structured contracts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Apache Avro — binary format, strict typing, ~3.5x smaller than JSON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Schema Registry — central schema storage with compatibility checks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Schema evolution: BACKWARD, FORWARD, FULL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`schema-id` in payload — no need for `__TypeId__` header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`specific.avro.reader` — generated classes vs `GenericRecord`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11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Avro: binary format, 80 bytes vs 300 bytes JSON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Schema Registry: compile-time + runtime contracts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Schema evolution with compatibility modes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SchemaRegistryException blocks incompatible changes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10 — JSON Serialization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