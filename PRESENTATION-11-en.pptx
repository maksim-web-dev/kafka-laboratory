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11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Schema Registry &amp; Avro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JSON vs Avro — size and contract comparison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`.avsc` schema and code generation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Registry — registration and caching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`schema-id` in payload — Confluent wire format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`specific.avro.reader` vs `GenericRecord`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evolution — BACKWARD compatible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Compatibility modes: BACKWARD, FORWARD, FULL, NONE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Incompatible change → `SchemaRegistryException`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Registry REST API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JSON vs Avro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Size and contract comparison: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JSON message (~300 bytes):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"orderId": "550e8400-e29b-41d4-a716-446655440000",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"userId":  "user-42",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"totalAmount": 149.99,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"status": "CREATED"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Field names repeated in EVERY message — no schema enforcement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Avro message (~80 bytes):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[0x00][4 bytes: schema-id][binary Avro data]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Field names stored ONLY in schema (in Schema Registry)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Schema enforced at both write and read time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**3.5× smaller** at scale = significant storage and network savings.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Schema Registry adds compile-time + runtime contract enforcement.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.avsc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JSON file describing the record structure: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"type": "record",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"name": "OrderCreatedEvent",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"namespace": "com.kafkalab.avro",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"fields": [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{"name": "orderId",     "type": "string"},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{"name": "userId",      "type": "string"},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{"name": "totalAmount", "type": "double"},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{"name": "status",      "type": "string",  "default": "CREATED"},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{"name": "eventVersion","type": "string",  "default": "1.0"}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Gradle Avro Plugin generates Java/Kotlin classes: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./gradlew generateAvroJava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generates: build/generated-main-avro-java/com/kafkalab/avro/OrderCreatedEvent.java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**`default` value** = field is optional for old writers → backward compatible.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Schema Registry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HTTP service for schema storage and versioning: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First publish (producer startup):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→ POST /subjects/orders.created-value/versions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Schema Registry validates → assigns schema-id=5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caches: schema-id=5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Subsequent messages: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uses cached schema-id=5 → no HTTP request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Deserialization (consumer):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reads 4-byte schema-id from payload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GET /schemas/ids/5 (cached after first call)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deserialize binary data using that schema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registered once → cached in both producer and consumer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always knows which schema to use — no `__TypeId__` header needed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schema-id in Payload — Confluent Wire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Every Avro message begins with a 5-byte prefix: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Byte layout: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[0x00]           ← magic byte (Confluent wire format marker)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[00 00 00 05]    ← schema-id (4 bytes, big-endian) = schema #5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[binary Avro]    ← actual data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Example: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0x00 0x00 0x00 0x00 0x05 &lt;avro-binary-data...&gt;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reads schema-id → fetches schema from registry → deserializes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need for `__TypeId__` header (unlike JSON)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Schema-id = stable reference across all producers and consumers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This is why Avro eliminates the `ClassNotFoundException` problem entirely.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specific.avro.reader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deserialization modes: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specific.avro.reader: true  (recommended for typed services)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Deserializes into generated class: OrderCreatedEvent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compile-time type safety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IntelliJ autocomplete works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type mismatch caught at build time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specific.avro.reader: false  (for generic pipelines)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Deserializes into GenericRecord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access fields as: record.get("orderId").toString()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dynamic but no compile-time safety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useful for schema-agnostic processors (routers, loggers)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most production microservices: **`specific.avro.reader: true`**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Schema Evolution — BACKWARD Compatible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BACKWARD = new schema can read messages written with OLD schema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Version 1 (current):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fields: orderId, userId, totalAmount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Version 2 (new — adding a field):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fields: orderId, userId, totalAmount, category (default: "general")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Schema Registry with BACKWARD mode: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Version 2 reads old V1 messages (category → default "general")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Version 2 reads new V2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This is valid: new schema can always read old data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Breaking changes (BACKWARD incompatible):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Remove a field that has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no default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old messages missing the field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Change field type (e.g., `string` → `int`)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Rule: **always add `default` when adding new fields**.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Compatibility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Four modes for different deployment strategies: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BACKWARD (most common):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New schema reads OLD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rolling upgrade: update consumers BEFORE producers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FORWARD: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Old schema reads NEW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rolling upgrade: update producers BEFORE consumers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FULL: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Both: new reads old AND old reads new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most restrictive, maximum safety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NONE: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compatibility checks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development / internal topics only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Production standard: **BACKWARD** or **FULL** for shared topics.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Incompatible Change → SchemaRegistryException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Schema Registry blocks incompatible changes BEFORE deployment: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Attempting to publish with schema that removes required field: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Error response from Schema Registry: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"error_code": 409,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"message": "Schema being registered is incompatible with an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earlier schema for subject orders.created-value"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Producer CANNOT publish → deployment blocked ✓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This is the safety net: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Incompatible schema change → rejected at registration time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NOT discovered in production via `ClassNotFoundException`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Much better than runtime failure with user impact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Schema Registry = governance: breaking changes are blocked, not discovered.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Avro + Schema Registry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production standard for Confluent platform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~3.5× smaller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than JSON — significant savings at scale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`schema-id` in payload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no `ClassNotFoundException` problem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`default` values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in fields = the only way to safely add new fields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BACKWARD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compatibility = always add defaults, never remove required fields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`specific.avro.reader: true`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type-safe, compile-time checked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Schema Registry blocks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incompatible changes before they reach production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Schema Registry is not just optimization — it's architectural governance.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Idempotent Producer &amp; Transactions — Exactly-Once Semantics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Idempotent producer: `producer-id` + `sequence number` → broker skips duplicates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Transactions: atomic publish to multiple topics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`read_committed` — consumer sees only committed messages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`executeInTransaction` — Spring Kafka transaction API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Zombie fencing — prevents split-brain in distributed systems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12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Idempotent producer: no duplicates on retry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Transactions: atomic multi-topic publish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read_committed: only committed messages visible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Zombie fencing: one producer at a time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11 — Schema Registry &amp; Avro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