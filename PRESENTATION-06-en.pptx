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06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Offsets &amp; Commits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The auto-commit problem — at-most-once risk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Manual commit — at-least-once guarantee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`enable.auto.commit: false` + `ack-mode: MANUAL_IMMEDIATE`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`ack.acknowledge()` — explicit offset commit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`ack.nack(Duration)` — reject with redelivery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Idempotency requirement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Demo: simulate-failure → redelivery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`MANUAL_IMMEDIATE` vs `MANUAL`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Delivery strategies: at-most-once vs at-least-once vs exactly-once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10.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The Auto-Commit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`enable.auto.commit=true` (default): offset committed every 5 seconds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Timeline with auto-commit: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t=0s   consumer reads message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t=5s   Kafka auto-commits offset  ← regardless of processing state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t=6s   service crashes during processing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Result: offset committed, message LOST — never redelivered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Kafka commits before processing is confirmed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If service crashes between auto-commit and completion →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message lost forever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This is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at-most-once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: each message processed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at most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once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Auto-commit is convenient but dangerous for critical business events.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Manual Commit — At-Least-Once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Commit offset ONLY after successful processing: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Timeline with manual commit: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t=0s   consumer reads message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t=1s   business logic executes successfully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t=1s   ack.acknowledge() → offset committed now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t=0s   consumer reads message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t=1s   service crashes BEFORE acknowledge()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→ offset NOT committed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→ on restart: Kafka redelivers the same message ✓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at-least-once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: each message processed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at least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once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Duplicates are possible — requires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idempotent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handler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Config: `enable.auto.commit: false` + `ack-mode: MANUAL_IMMEDIATE`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Process first, commit after. This is the production standard.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Acknowledgment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Spring Kafka passes `Acknowledgment` as a listener parameter: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@KafkaListener(topics = ["06.orders.created"])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handleOrderCreated(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event: OrderCreatedEvent,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ack: Acknowledgment       // ← injected by Spring Kafka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try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processOrder(event)   // business logic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ack.acknowledge()     // ← commit offset immediately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 catch (e: Exception)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ack.nack(Duration.ofSeconds(2))  // ← retry after 2s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`ack.acknowledge()` — commits offset (MANUAL_IMMEDIATE = immediately)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`ack.nack(Duration)` — rejects message, retry after delay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While nack is pending: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next messages in partition are NOT read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Demo — Simulate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Plan N consecutive failures via REST: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Plan 2 failures for the next message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POST http://localhost:8082/api/notifications/simulate-failure/2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Send an order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POST http://localhost:8081/api/orders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-H "Content-Type: application/json"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-d '{"userId":"user-01","product":"Book","quantity":1,"totalAmount":20.00}'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Expected log sequence: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[ATTEMPT 1] Processing order ... → nack (simulated failure)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[RETRY 1]   After 2s: processing order ... → nack (simulated failure)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[RETRY 2]   After 2s: processing order ... → acknowledge ✓</a:t>
            </a:r>
          </a:p>
          <a:p>
            <a:r>
              <a:t/>
            </a:r>
          </a:p>
          <a:p>
            <a:r>
              <a:rPr b="1" i="0" sz="2200">
                <a:solidFill>
                  <a:srgbClr val="1A1A2E"/>
                </a:solidFill>
                <a:latin typeface="Segoe UI"/>
              </a:rPr>
              <a:t>Stats endpoint: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`GET /api/notifications/count`</a:t>
            </a:r>
          </a:p>
          <a:p>
            <a:r>
              <a:rPr b="0" i="0" sz="2200">
                <a:solidFill>
                  <a:srgbClr val="1A1A2E"/>
                </a:solidFill>
                <a:latin typeface="Segoe UI"/>
              </a:rPr>
              <a:t>→ `{"ordersCreated": 1, "redelivered": 2}`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Idempotency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At-least-once means duplicates are normal, not exceptional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NON-idempotent handler — DANGEROUS with at-least-once: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handleOrder(event: OrderCreatedEvent)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db.insert(order)   // duplicate orderId → constraint violation!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emailService.send()   // sends email twice!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ack.acknowledge()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IDEMPOTENT handler — safe: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handleOrder(event: OrderCreatedEvent)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if (db.existsByOrderId(event.orderId)) return  // skip duplicate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db.insert(order)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emailService.sendIfNotSent(event.orderId)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ack.acknowledge()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If business logic cannot be made idempotent → use **exactly-once** (branch12).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MANUAL_IMMEDIATE vs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Two manual commit modes in Spring Kafka: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MANUAL_IMMEDIATE (recommended for most cases):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ack.acknowledge() → commit happens immediately in this call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Simple, predictable, low latency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MANUAL (batch scenarios):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ack.acknowledge() → commit deferred until next poll()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Useful for batch processing optimizations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Risk: un-committed offsets if crash between acknowledge() and poll()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BATCH: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One ack for the entire batch at once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Highest throughput, lowest granularity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For most microservices: **`MANUAL_IMMEDIATE`** is simpler and safer.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Delivery Strategies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Strategy  |  Config  |  Guarantees  |  Use case</a:t>
            </a:r>
          </a:p>
          <a:p>
            <a:r>
              <a:rPr b="1" i="0" sz="1800">
                <a:solidFill>
                  <a:srgbClr val="1A1A2E"/>
                </a:solidFill>
                <a:latin typeface="Segoe UI"/>
              </a:rPr>
              <a:t>at-most-once</a:t>
            </a:r>
            <a:r>
              <a:rPr b="0" i="0" sz="1800">
                <a:solidFill>
                  <a:srgbClr val="1A1A2E"/>
                </a:solidFill>
                <a:latin typeface="Segoe UI"/>
              </a:rPr>
              <a:t>  |  auto-commit  |  No loss guarantee  |  Metrics, logs</a:t>
            </a:r>
          </a:p>
          <a:p>
            <a:r>
              <a:rPr b="1" i="0" sz="1800">
                <a:solidFill>
                  <a:srgbClr val="1A1A2E"/>
                </a:solidFill>
                <a:latin typeface="Segoe UI"/>
              </a:rPr>
              <a:t>at-least-once</a:t>
            </a:r>
            <a:r>
              <a:rPr b="0" i="0" sz="1800">
                <a:solidFill>
                  <a:srgbClr val="1A1A2E"/>
                </a:solidFill>
                <a:latin typeface="Segoe UI"/>
              </a:rPr>
              <a:t>  |  manual commit  |  No message loss  |  Business events</a:t>
            </a:r>
          </a:p>
          <a:p>
            <a:r>
              <a:rPr b="1" i="0" sz="1800">
                <a:solidFill>
                  <a:srgbClr val="1A1A2E"/>
                </a:solidFill>
                <a:latin typeface="Segoe UI"/>
              </a:rPr>
              <a:t>exactly-once</a:t>
            </a:r>
            <a:r>
              <a:rPr b="0" i="0" sz="1800">
                <a:solidFill>
                  <a:srgbClr val="1A1A2E"/>
                </a:solidFill>
                <a:latin typeface="Segoe UI"/>
              </a:rPr>
              <a:t>  |  transactions  |  No loss, no dups  |  Finance, payments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at-most-once:  simple implementation, acceptable loss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at-least-once: idempotent handler required, possible duplicate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exactly-once:  Kafka transactions (branch12), highest complexity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Choose based on **business requirements**, not technical preference.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Most microservices: **at-least-once** with idempotent handlers.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`enable.auto.commit=false`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+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`ack-mode=MANUAL_IMMEDIATE`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production standard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`ack.acknowledge()`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after successful processing = at-least-once guarantee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`ack.nack(Duration)`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controlled retry without message loss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Idempotency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is mandatory when using manual commit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Duplicates are normal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in at-least-once systems — design for them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MANUAL_IMMEDIATE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simpler and safer than MANUAL for typical services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Auto-commit is fine for non-critical logs; never use it for financial events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Process first, commit after. Always design handlers to be idempotent.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Producer Configuration — reliability on the sending side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`acks=0` vs `acks=1` vs `acks=all` — three confirmation levels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ISR — In-Sync Replicas and `min.insync.replicas`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Idempotent producer — sequence numbers prevent broker-side duplicates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`linger.ms` + `batch.size` — latency vs throughput trade-off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`BenchmarkService` — measuring the performance difference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07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acks levels: fire-and-forget vs quorum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Idempotent producer: no duplicates on retry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Batching: linger.ms and batch.size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Benchmark three configurations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06 — Offsets &amp; Commits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