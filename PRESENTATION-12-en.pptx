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12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Idempotent Producer &amp; Transactions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The duplicate problem without idempotence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Idempotent Producer — `producer-id` + sequence numbers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Transactions — why they're needed beyond idempotence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`transactional-id-prefix` and recovery on restart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`executeInTransaction` — Spring Kafka API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Commit flow — normal path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Abort flow — exception path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Control batches in the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`read_committed` vs `read_uncommitted`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Zombie fencing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The Duplicate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Without idempotence: timeout + retry = duplicate record in Kafka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idempotence (acks=1, retries=3):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t=0ms  producer.send(payment-event)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t=50ms broker receives, writes to log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t=5000ms network timeout — NO ACK received by producer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t=5001ms producer retries (automatic)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t=5050ms broker receives AGAIN → writes SECOND copy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Result: payment processed TWICE → critical billing error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This is a real risk in any distributed system with retries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NOT solved by `acks=all` alone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Requires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idempotent producer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configuration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Duplicates from retries are silent and hard to detect without idempotence.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Idempotent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`enable.idempotence=true` — broker-side deduplication: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Startup: Kafka assigns producer-id=42 to this producer instance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Message 1 sent: producer-id=42, partition=0, seq=0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broker writes record (seq=0 not seen before)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Message 1 retried: producer-id=42, partition=0, seq=0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broker: seq=0 already written for producer-id=42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SILENTLY SKIPPED — no duplicate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Requirements: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acks=all                                    (mandatory)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retries &gt; 0                                 (mandatory)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max.in.flight.requests.per.connection ≤ 5  (mandatory)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 Kafka 3.0+: `enable.idempotence=true` is the default with `acks=all`.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Transactions — Beyond Idempotence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Idempotence protects ONE publish. Transactions protect MULTIPLE publishes atomically: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Scenario: payment-service must: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1. publish PaymentProcessedEvent to 12.payments.processed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2. publish AuditEvent to 12.audit.events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transactions: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1 succeeds → PaymentProcessedEvent visible to consumers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2 fails    → AuditEvent never written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Result: inconsistent state — payment without audit record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transactions: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Both steps are atomic: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either BOTH committed → both visible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or NEITHER committed → neither visible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Transactions = atomic multi-topic publish.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transactional-id-prefix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Stable identity for transaction recovery on restart: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producer: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transaction-id-prefix: payment-service-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generates transactional.id per partition: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payment-service-0   (for partition 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payment-service-1   (for partition 1)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On producer restart: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New instance registers same transactional.id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 finds open (uncommitted) transaction from previous instance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automatically ABORTS the incomplete transaction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starts fresh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Guarantees: no orphaned open transactions after crash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executeInTransaction — Spring Kafka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Wraps business logic in a Kafka transaction: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@KafkaListener(topics = ["12.orders.created"])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handleOrderCreated(event: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kafkaTemplate.executeInTransaction { ops -&gt;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val result = paymentService.processPayment(event)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ops.send(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"12.payments.processed",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event.userId,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PaymentProcessedEvent(event.orderId, result.status)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// RuntimeException here → automatic abortTransaction()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// On success → automatic commitTransaction()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`beginTransaction()` called automatically before the lambda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`commitTransaction()` on successful return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`abortTransaction()` on any `RuntimeException`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Commit Flow — Normal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All messages visible to `read_committed` consumers: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order-service:   publish OrderCreatedEvent (idempotent, no transaction needed)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payment-service: executeInTransaction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processPayment() → APPROVED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send(PaymentProcessedEvent(APPROVED))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}  → commitTransaction()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▼ COMMIT control batch written to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notification:    reads PaymentProcessedEvent(APPROVED)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(read_committed waits for commit before delivering)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Abort Flow — Exception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Aborted messages invisible to `read_committed` consumers: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order-service:   publish OrderCreatedEvent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payment-service: executeInTransaction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processPayment() → throws RuntimeException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}  → abortTransaction() (automatic)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▼ ABORT control batch written to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notification:    does NOT see PaymentProcessedEvent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(read_committed filters out ABORTED records)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UI shows:  transaction marker ABORT in topic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ABORT marker is physically written to the topic — consumers skip it.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read_committed vs read_uncommitted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Consumer isolation level: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read_uncommitted (default):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Consumer reads ALL records immediately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Including records from OPEN (uncommitted) transactions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Highest throughput — no waiting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Risk: may read records that are later ABORTED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read_committed: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Consumer reads ONLY records from COMMITTED transactions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Waits until transaction is closed (commit or abort)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Consumer LAG may grow if transaction stays open too long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Mandatory for EOS (Exactly-Once Semantics) guarantees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spring.kafka.consumer.isolation-level: read_committed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`read_committed` is required for EOS. Without it, transactions don't fully protect consumers.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Zombie Fencing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Protection against split-brain with same transactional.id: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Scenario: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Old producer instance (zombie) was slow/paused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New producer instance starts with same transactional.id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fencing: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Both old and new publish → duplicate records, inconsistent state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zombie fencing: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New instance registers transactional.id with higher epoch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Old instance (zombie) sends next record → broker rejects: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ProducerFencedException: "A newer producer with the same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transactional.id has been registered"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Zombie is forced to stop immediately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Guarantee: at most ONE active producer per transactional.id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EOS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idempotent producer + transactions + `read_committed` — all three required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Idempotence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prevents broker-level duplicates on retry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Transactions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atomic publish to multiple topics (all-or-nothing)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`transactional-id-prefix`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automatic rollback of incomplete transactions on restart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`read_committed`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consumer sees only committed messages (mandatory for EOS)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Zombie fencing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only one active producer per `transactional.id`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EOS has higher latency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use only where duplicates are truly unacceptable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Exactly-Once Semantics = idempotence + transactions + read_committed, working together.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Saga Pattern (Choreography) — distributed transactions without 2PC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4 services, 8 Kafka topics for one business process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Choreography: each service reacts to events, publishes next step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Compensating transactions: rollback via business events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Idempotency key: protect against duplicate processing in at-least-once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13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Saga: distributed transactions without 2PC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Choreography: no central coordinator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Compensation events on failure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Idempotency key: deduplicate at business logic level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12 — Idempotent Producer &amp; Transactions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