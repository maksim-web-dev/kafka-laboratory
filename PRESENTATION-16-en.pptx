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16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Cluster &amp; Replication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Single broker limitations — why clustering matters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Replication Factor — copies across brokers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ISR (In-Sync Replicas) — the safety net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`acks=all` + `min.insync.replicas` — the durability formula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Leader Election — automatic failover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KRaft mode — 3 nodes without ZooKeeper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broker failure and recovery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RF recommendations per environment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Single Broker — The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Everything relies on one process: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Single broker: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partition-0: leader=broker-1  (only copy)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broker-1 crashes →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ALL partitions unavailable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Producers: LeaderNotAvailableException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Consumers: no data to read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Recovery time: minutes to hours (manual restart)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3-broker cluster with RF=3: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partition-0: leader=broker-1, replicas=[1,2,3]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broker-1 crashes →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Controller elects broker-2 or broker-3 as new leader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Recovery time: 10–30 seconds (automatic)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Producers and consumers continue with minimal interruption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production, a single broker is never acceptable for critical topics.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Replication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RF = how many copies of each partition exist: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topic: 16.orders.created  (partitions=3, replication-factor=3)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partition-0: leader=broker-1, followers=[broker-2, broker-3]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partition-1: leader=broker-2, followers=[broker-1, broker-3]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partition-2: leader=broker-3, followers=[broker-1, broker-2]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All reads and writes go to the LEADER.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Followers pull data from leader asynchronously.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UI → Topics → 16.orders.created → Partitions tab: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Shows leader, replicas, ISR per partition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RF=3 means data survives the loss of any single broker.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ISR — In-Sync Replicas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ISR = followers that are synchronized with the leader: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Normal state: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partition-0: leader=1, replicas=[1,2,3], ISR=[1,2,3]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If broker-3 lags behind (slower than replica.lag.time.max.ms):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partition-0: leader=1, replicas=[1,2,3], ISR=[1,2]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 ↑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broker-3 removed from ISR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broker-3 catches up → automatically rejoins ISR: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ISR=[1,2,3]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ISR is dynamic — changes in real time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Only ISR members are eligible to become leader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`replica.lag.time.max.ms` (default 30s) controls ISR membership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acks=all + min.insync.replicas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The durability formula for production: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Configuration: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              → producer waits for ALL ISR to confirm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min.insync.replicas=2 → minimum 2 ISR required for write to succeed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Behavior: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ISR=[1,2,3] (3 brokers up)   → write ok ✓  (3 ≥ 2)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ISR=[1,3]   (1 broker down)  → write ok ✓  (2 ≥ 2)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ISR=[1]     (2 brokers down) → NotEnoughReplicasException ✗ (1 &lt; 2)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Trade-off: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min.insync.replicas=1: more availability, less durability (single copy)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min.insync.replicas=3: max durability, zero tolerance for broker failure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min.insync.replicas=2: balanced — tolerates 1 broker failure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Production gold standard: **RF=3, min.insync.replicas=2**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Leader 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Automatic failover — no human intervention required: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kafka-2 (leader of partition-1) crashes: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1: KRaft Controller detects missing heartbeats from kafka-2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2: Controller selects new leader from ISR of partition-1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→ kafka-3 becomes new leader of partition-1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3: Metadata updated — all clients get new leader info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4: Producers and consumers retry → connect to kafka-3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Timeline: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t=0s    kafka-2 goes down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t=5s    KRaft detects failure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t=10-30s  new leader elected, clients reconnected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t=30s   normal operation resumes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Only ISR members can become leader — never an out-of-sync follower.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KRaft Mode — 3 Nodes, No ZooKeeper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Each node is both broker AND controller: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kafka-1 configuration: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KAFKA_PROCESS_ROLES: broker,controller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KAFKA_NODE_ID: 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KAFKA_CONTROLLER_QUORUM_VOTERS: 1@kafka-1:9093,2@kafka-2:9093,3@kafka-3:9093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KRaft Raft consensus: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3 controller-eligible nodes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Quorum = majority = 2 of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1 controller down → 2 remain → quorum maintained → cluster operational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2 controllers down → 1 remains → no quorum → cluster paused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External ports: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kafka-1: 9092, kafka-2: 9093, kafka-3: 9094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bootstrap.servers: kafka-1:9092,kafka-2:9093,kafka-3:9094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KRaft replaced ZooKeeper in Kafka 3.3+ — simpler, faster metadata operations.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Broker Failure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Four scenarios to test in Kafka UI: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Scenario 1: all 3 brokers up → normal operation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http://localhost:8081/api/orders ...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Scenario 2: stop one broker → ISR shrinks, but writes continue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stop kafka-2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ISR=[1,3] → acks=all + min.isr=2 → still ok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Scenario 3: stop two brokers → NotEnoughReplicasException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stop kafka-3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ISR=[1] → 1 &lt; 2 → producer fails ✗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Scenario 4: restart brokers → ISR restores, replication catches 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start kafka-2 &amp;&amp; docker start kafka-3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Followers sync → ISR=[1,2,3] → normal operation ✓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Observe in Kafka UI: Topics → partition ISR changes in real time.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RF Recommendations per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Match replication to your reliability requirements:</a:t>
            </a:r>
          </a:p>
          <a:p>
            <a:r>
              <a:t/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Environment  |  RF  |  min.insync.replicas  |  Tolerates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Development  |  1  |  1  |  Nothing (no HA)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Staging  |  2  |  1  |  1 broker failure (reads only)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Production  |  3  |  2  |  1 broker failure + full write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Cost of RF=3 with 3 brokers: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3× storage per partition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More network traffic (replication)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Slightly higher write latency (acks=all waits for ISR)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The tradeoff is worth it: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Without RF=3 — one broker crash = data loss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Replication Factor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number of partition copies across brokers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ISR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dynamic set of synchronized replicas — only ISR can become leader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`acks=all` + `min.insync.replicas=2`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the production durability formula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Leader election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automatic failover in 10–30 seconds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KRaft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3-node Raft consensus, no ZooKeeper dependency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RF=3, min.isr=2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tolerates 1 broker failure with full write guarantees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`bootstrap.servers`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with all brokers = client resilience to single broker failure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High availability in Kafka is achieved through replication, not through hardware redundancy.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Observability: Prometheus + Grafana + kafka-exporter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`kafka-exporter` — Prometheus scrape endpoint for Kafka metrics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`kafka_consumergroup_lag` — the primary consumer health metric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Grafana dashboards with auto-provisioning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Simulate lag: pause consumer, flood topic, observe dashboard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`max.poll.records=1` — fine-grained lag control for demos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17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kafka-exporter: Prometheus metrics for Kafka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Grafana: auto-provisioned dashboards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Consumer lag: pause, flood, observe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PromQL: lag queries and alerting rules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16 — Cluster &amp; Replication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