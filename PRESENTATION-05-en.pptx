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05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Multiple Consumer Groups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Why branch04 wasn't enough — one reader for all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Multiple Consumer Groups — the core principle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Independent offsets in `__consumer_offsets`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Fan-out pattern — one producer, N groups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Consumer Lag — monitoring group health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`auto-offset-reset`: earliest vs latest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Replay — resetting offsets to the beginning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Demo: stop → publish → restart → catch up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Thread-safe accumulators: `AtomicInteger` + `ConcurrentHashMap`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10.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How Can Two Services Get the Same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Kafka does NOT delete messages after reading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Messages are retained until `retention.ms` expires (default 7 days)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Any number of consumer groups reads the topic independently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Each group "sees" the topic from its own committed offset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This is the key difference from RabbitMQ / ActiveMQ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notification-group → offset 15  (reads emails for each order)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analytics-group    → offset 8   (counts statistics, currently lagging)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Same topic — two completely independent read cursors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Kafka is a **log**, not a queue. Messages survive consumer reads.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Multiple Consumer Groups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One producer, two independent consumers: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order-service ──[05.orders.created]──► notification-service-group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└──► analytics-service-group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Each group: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has its own committed offset per partition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does not know about other groups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can lag or replay independently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`notification-service-group` → sends email notifications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`analytics-service-group` → counts statistics, builds reports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Groups are completely isolated. One group's lag does NOT affect the other.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Independent Offsets in `__consumer_offsets`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Kafka stores offsets per (group, topic, partition):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Key: (group-id, topic-name, partition)  →  committed-offset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notification-service-group, 05.orders.created, 0  →  15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notification-service-group, 05.orders.created, 1  →  12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analytics-service-group,    05.orders.created, 0  →   8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analytics-service-group,    05.orders.created, 1  →   6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notification and analytics offsets are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completely independent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Reading by one group has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zero impact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on the other's progress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`__consumer_offsets` is an internal Kafka topic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Two groups reading the same topic = two independent bookmarks in the same book.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Consumer 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LAG = LOG-END-OFFSET − COMMITTED-OFFSET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GROUP                    TOPIC             PARTITION  CURRENT  LOG-END  LAG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notification-group       05.orders.created 0          15       15       0   ← real-time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analytics-group          05.orders.created 0           8       15       7   ← lagging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LAG = 0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→ group is processing in real time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LAG &gt; 0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→ group is behind (stopped or slow)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Growing LAG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→ consumer can't keep up with the producer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Key production metric: **alert when LAG exceeds a threshold**.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Full monitoring with Grafana dashboards in branch17.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auto-offset-reset: earliest vs latest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Applied only when a group has NO committed offset (first start or after replay)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auto-offset-reset: earliest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read ALL messages from the beginning of the topic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use case: analytics, audit, data warehouse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auto-offset-reset: latest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read only NEW messages published after group startup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use case: real-time UI, live notifications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Setting  |  Reads  |  Use case</a:t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`earliest`  |  All stored messages  |  analytics, audit</a:t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`latest`  |  Only new messages  |  real-time services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`analytics-service` uses `earliest` — never miss an order.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Fan-out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One producer publishes once — unlimited consumers: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order-service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└── publish to 05.orders.created  (once)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notification-group  → reads independently → sends email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analytics-group     → reads independently → counts stats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audit-group         → reads independently → writes to warehouse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reporting-group     → reads independently → builds dashboard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No data duplication in the topic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No routing logic required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Each group independently decides what to do with the data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Adding a new consumer group requires **zero changes** to the producer.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Demo: Stop → Publish → Restart → Catch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Test the resilience of independent offsets: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Step 1: stop analytics-service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docker stop analytics-service-b05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Step 2: send 5 orders (notification receives, analytics does NOT)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for i in {1..5}; do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curl -s -X POST http://localhost:8081/api/orders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-H "Content-Type: application/json"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-d '{"userId":"user-01","product":"Book","quantity":1,"totalAmount":20.00}'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done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Step 3: restart analytics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docker start analytics-service-b05</a:t>
            </a:r>
          </a:p>
          <a:p>
            <a:r>
              <a:t/>
            </a:r>
          </a:p>
          <a:p>
            <a:r>
              <a:rPr b="1" i="0" sz="2200">
                <a:solidFill>
                  <a:srgbClr val="1A1A2E"/>
                </a:solidFill>
                <a:latin typeface="Segoe UI"/>
              </a:rPr>
              <a:t>After restart: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analytics reads all 5 missed messages from its saved offset.</a:t>
            </a:r>
          </a:p>
          <a:p>
            <a:r>
              <a:rPr b="0" i="0" sz="2200">
                <a:solidFill>
                  <a:srgbClr val="1A1A2E"/>
                </a:solidFill>
                <a:latin typeface="Segoe UI"/>
              </a:rPr>
              <a:t>Notification was not interrupted at all.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This is the key advantage of separate offsets: each group is independently resilient.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Replay — Reset Offsets to the Beginning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Re-process all stored messages from offset 0: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Stop the group first (consumers must be inactive)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docker stop analytics-service-b05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Reset offsets to earliest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kafka-consumer-groups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--bootstrap-server localhost:9092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--group analytics-service-group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--topic 05.orders.created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--reset-offsets --to-earliest --execute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Restart — analytics reads ALL stored messages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docker start analytics-service-b05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Use cases: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New analytics service on old data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Bug in business logic — reprocess correctly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Testing: clean state + replay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Replay is always possible within `retention.ms` window.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Thread-Safe Accumulators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Spring Kafka processes multiple partitions in parallel — thread safety matters: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WRONG: race condition with multiple threads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var ordersCreated = 0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onMessage() { ordersCreated++ }  // ← not atomic!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CORRECT: AtomicInteger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val ordersCreated = AtomicInteger(0)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onMessage() { ordersCreated.incrementAndGet()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CORRECT: ConcurrentHashMap for per-key counters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val ordersByUser = ConcurrentHashMap&lt;String, AtomicLong&gt;()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onMessage(userId: String)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ordersByUser.computeIfAbsent(userId) { AtomicLong(0) }.incrementAndGet()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Avoid race conditions — each partition may run in its own thread.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Multiple Consumer Groups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independent readers of the same topic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`__consumer_offsets`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stores (group, topic, partition) → offset independently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Fan-out without copying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— key advantage of Kafka over traditional queues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Consumer Lag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primary metric for production monitoring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Replay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is always possible within `retention.ms` window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`auto-offset-reset`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: `earliest` for analytics, `latest` for real-time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Thread safety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is required when multiple partitions run in parallel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Kafka is a log. Every consumer group gets its own independent view.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Offsets &amp; Commits — manual commit for reliability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`enable.auto.commit: false` + `ack-mode: MANUAL_IMMEDIATE`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`ack.acknowledge()` — commit offset only after processing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`ack.nack(Duration)` — reject with retry after delay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at-most-once vs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at-least-once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vs exactly-once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Auto-commit loses messages on crash.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Manual commit gives the control back to your code.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06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Manual commit: acknowledge only after success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nack: reject with controlled retry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Idempotency requirement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Delivery guarantee strategies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05 — Multiple Consumer Groups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