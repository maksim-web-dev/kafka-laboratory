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Branch 07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Producer Configuration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Apache Kafka for Certification &amp;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1.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`acks=0`, `acks=1`, `acks=all` — three reliability levels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2.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ISR — In-Sync Replicas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3.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`min.insync.replicas` and `NotEnoughReplicasException`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4.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Idempotent Producer — sequence numbers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5.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`linger.ms` + `batch.size` — batching for throughput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6.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`delivery.timeout.ms` + retries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7.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Three configurations for different use-cases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8.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`BenchmarkService` — measuring the difference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9.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Key Takeaways &amp; What's Next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acks — Three Confirmation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`acks` controls how many brokers must confirm before producer considers send successful: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acks=0  (fire and forget):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sends → does NOT wait for any response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Fastest possible, but loss on broker crash → at-most-once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acks=1  (leader ack):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sends → waits for leader broker confirmation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Message may be lost if leader crashes before replication → at-most-once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acks=all  (quorum ack):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sends → waits for ALL ISR brokers to confirm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Safest — no loss as long as min.insync.replicas are alive → at-least-once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With a single broker: difference between `acks=1` and `acks=all` is minimal.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In production with 3 brokers: `acks=all` is the only safe choice.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ISR and min.insync.replicas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ISR = In-Sync Replicas: brokers synchronized with the leader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Cluster: 3 brokers, replication-factor=3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Leader: broker-1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ISR: [broker-1, broker-2, broker-3]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If broker-3 lags behind (replica.lag.time.max.ms exceeded):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ISR: [broker-1, broker-2]  ← broker-3 removed from ISR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min.insync.replicas=2: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 → needs at least 2 ISR to confirm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If only 1 ISR available → NotEnoughReplicasException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1A1A2E"/>
                </a:solidFill>
                <a:latin typeface="Segoe UI"/>
              </a:rPr>
              <a:t>Production gold standard: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3 brokers, RF=3, `min.insync.replicas=2`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Tolerates one broker failure while maintaining full write guarantees.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Idempotent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Problem: timeout + retry = duplicate in Kafka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Without idempotence: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producer.send() → network timeout → retry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Broker already received first attempt → writes TWICE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Payment charged twice → critical error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enable.idempotence=true: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Kafka assigns producer-id at startup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Each message gets sequence-number per partition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On retry: broker detects same producer-id + sequence → silently skips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Result: exactly ONE write per message ✓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Requirements: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retries &gt; 0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max.in.flight.requests.per.connection ≤ 5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Idempotent producer is automatically enabled with `acks=all` in Kafka 3.0+.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linger.ms + batch.size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Batching: accumulate multiple messages before sending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linger.ms=0 (default):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Every message → separate network request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Lowest latency, smallest batch, most overhead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linger.ms=20: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Producer waits up to 20ms to accumulate messages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Sends when: batch.size reached OR linger.ms elapsed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Higher throughput, lower per-message overhead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batch.size=16384 (16KB default):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Maximum bytes in one batch per partition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When full: send immediately regardless of linger.ms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batch.size=65536 (64KB):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Larger batches → better compression → higher throughput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`linger.ms` and `batch.size`: trade latency for throughput.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delivery.timeout.ms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Total time budget from `send()` to success or final failure: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delivery.timeout.ms = 120000 (2 min default)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Includes: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linger.ms          (time waiting to fill batch)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network transfer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broker processing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+ retry delays (request.timeout.ms × retries)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If total time exceeded → DeliveryTimeoutException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Rule: delivery.timeout.ms ≥ linger.ms + request.timeout.ms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Controls the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outer time bound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for all retry attempts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Too low: gives up too quickly on transient failures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Too high: slow failure detection for callers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Three Configurations for Three Use-Cases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A — Metrics &amp; Logs (loss acceptable):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acks=0, linger.ms=0, batch.size=16KB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Max throughput, zero latency overhead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Use: click events, telemetry, access logs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B — Internal Events (duplicates tolerable):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acks=1, linger.ms=5ms, batch.size=32KB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Balanced: good speed with leader confirmation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Use: internal service events, analytics feeds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C — Business Events (no loss, no duplicates):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acks=all, linger.ms=20ms, batch.size=64KB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enable.idempotence=true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Use: orders, payments, financial transactions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Match configuration to business requirements, not technical defaults.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BenchmarkService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Measured with single broker (illustrative):</a:t>
            </a:r>
          </a:p>
          <a:p>
            <a: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A (acks=0):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~5000 msg/s   latency ~0.2ms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Fire and forget — no waiting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B (acks=1):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~1000 msg/s   latency ~1.0ms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Leader round-trip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Config C (acks=all, linger=20ms):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~800 msg/s    latency ~1.2ms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With batching: throughput improves significantly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/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With 3 brokers and min.insync.replicas=2: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acks=1 vs acks=all difference becomes more pronounced</a:t>
            </a:r>
          </a:p>
          <a:p>
            <a:r>
              <a:rPr b="0" i="0" sz="1300">
                <a:solidFill>
                  <a:srgbClr val="D4D4D4"/>
                </a:solidFill>
                <a:latin typeface="Consolas"/>
              </a:rPr>
              <a:t>  acks=all adds full ISR synchronization latency</a:t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For business events: 800 msg/s is entirely acceptable.</a:t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The reliability gain far outweighs the throughput cost.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`acks=all`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+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`enable.idempotence=true`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production standard for business events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`linger.ms`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+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`batch.size`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latency vs throughput trade-off knobs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Idempotence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prevents broker-level duplicates on retry (≠ consumer-level duplicates)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`delivery.timeout.ms`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= total time budget for all send attempts combined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`min.insync.replicas=2`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with 3 brokers = tolerates one broker failure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1" i="0" sz="2200">
                <a:solidFill>
                  <a:srgbClr val="1A1A2E"/>
                </a:solidFill>
                <a:latin typeface="Segoe UI"/>
              </a:rPr>
              <a:t>ISR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 shrinks when followers fall behind → `acks=all` gets stricter automatically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With single broker: `acks=1` vs `acks=all` performance difference is minimal</a:t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rPr b="0" i="1" sz="2000">
                <a:solidFill>
                  <a:srgbClr val="555555"/>
                </a:solidFill>
                <a:latin typeface="Segoe UI"/>
              </a:rPr>
              <a:t>❝ Choose producer config based on: how bad is data loss? how bad are duplicates?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116128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i="0" sz="2700">
                <a:solidFill>
                  <a:srgbClr val="FFFFFF"/>
                </a:solidFill>
                <a:latin typeface="Segoe UI"/>
              </a:rPr>
              <a:t>What's Next — Branch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5852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Consumer Configuration — tuning for production</a:t>
            </a:r>
          </a:p>
          <a:p>
            <a:r>
              <a:t/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`CooperativeStickyAssignor` — incremental rebalance without stop-the-world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Static Group Membership — fewer rebalances on rolling restart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`max.poll.records` — protect against `max.poll.interval.ms` timeout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`session.timeout.ms` vs `heartbeat.interval.ms` — the rule of three</a:t>
            </a:r>
          </a:p>
          <a:p>
            <a:r>
              <a:rPr b="1" i="0" sz="2200">
                <a:solidFill>
                  <a:srgbClr val="0F3460"/>
                </a:solidFill>
                <a:latin typeface="Segoe UI"/>
              </a:rPr>
              <a:t>• </a:t>
            </a:r>
            <a:r>
              <a:rPr b="0" i="0" sz="2200">
                <a:solidFill>
                  <a:srgbClr val="1A1A2E"/>
                </a:solidFill>
                <a:latin typeface="Segoe UI"/>
              </a:rPr>
              <a:t>Graceful shutdown — zero message loss on deploy</a:t>
            </a:r>
          </a:p>
          <a:p>
            <a: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000">
                <a:solidFill>
                  <a:srgbClr val="FFFFFF"/>
                </a:solidFill>
                <a:latin typeface="Segoe UI"/>
              </a:rPr>
              <a:t>What's Next — Branch 08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CooperativeStickyAssignor: incremental rebalance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Static membership: stable partition ownership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Poll tuning: records, intervals, heartbeat</a:t>
            </a:r>
          </a:p>
          <a:p>
            <a:pPr algn="ctr"/>
            <a:r>
              <a:rPr b="0" i="0" sz="2200">
                <a:solidFill>
                  <a:srgbClr val="CCDDFF"/>
                </a:solidFill>
                <a:latin typeface="Segoe UI"/>
              </a:rPr>
              <a:t>Graceful shutdown on deploy</a:t>
            </a:r>
          </a:p>
          <a:p>
            <a:pPr algn="ctr"/>
            <a:r>
              <a:rPr b="1" i="0" sz="4400">
                <a:solidFill>
                  <a:srgbClr val="FFFFFF"/>
                </a:solidFill>
                <a:latin typeface="Segoe UI"/>
              </a:rPr>
              <a:t>Questions?</a:t>
            </a:r>
          </a:p>
          <a:p>
            <a:pPr algn="ctr"/>
            <a:r>
              <a:rPr b="1" i="0" sz="2400">
                <a:solidFill>
                  <a:srgbClr val="AACCFF"/>
                </a:solidFill>
                <a:latin typeface="Segoe UI"/>
              </a:rPr>
              <a:t>Branch 07 — Producer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