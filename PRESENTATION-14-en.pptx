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14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Kafka Streams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What is Kafka Streams — embedded library, not a cluster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KStream vs KTable — the fundamental difference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`groupBy / count` — stateful aggregation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State Store — RocksDB-backed local state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Tumbling Windows — time-based aggregation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Hopping Windows — overlapping windows (comparison)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`@EnableKafkaStreams` — Spring integration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Interactive Queries — HTTP access to local state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Filter → separate high-value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 is Kafka Streams?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An embedded library — runs inside your application, not a separate cluster: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Traditional Kafka consumer: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poll() → process one message → commit → poll() again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Stateless by default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You manage state (DB, Redis, in-memory)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Streams: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Topology of operators: filter, map, groupBy, count, join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State managed automatically in embedded RocksDB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Exactly-once processing via changelog topics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Runs as a JVM library — no extra infrastructure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separate "Streams cluster" to deploy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Scales horizontally: add more instances → more partitions handled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State automatically replicated to Kafka changelog topics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Streams = powerful stateful processing with minimal infrastructure.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KStream vs KTable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The fundamental distinction in Kafka Streams: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KStream (append-only log):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offset=0: key=user-1, value={orderId=a, amount=20}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offset=1: key=user-2, value={orderId=b, amount=50}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offset=2: key=user-1, value={orderId=c, amount=30}   ← new event, NOT update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"Every record is an independent event"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KTable (upsert — latest value per key):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key=user-1 → 2    (after two orders counted)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key=user-2 → 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"Every record is an update to current state"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KTable backed by: State Store (RocksDB local) + Kafka changelog topic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`KStream` = journal of all events. `KTable` = current snapshot of state.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groupBy / count — Stateful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Count orders per userId — the canonical Kafka Streams example: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ordersStream: KStream&lt;String, OrderCreatedEvent&gt; =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builder.stream("14.orders.created", consumed)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Group by userId and 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val orderCountTable: KTable&lt;String, Long&gt; =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.groupBy { _, v -&gt; KeyValue(v.userId.toString(), v)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.count(Materialized.`as`("orders-by-user-store"))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Write results to output topic (changelog)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orderCountTable.toStream().to("14.analytics.orders-by-user")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`groupBy` → repartitions stream by new key (userId)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`count()` → maintained in State Store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Every count update → written to `14.analytics.orders-by-user` topic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State Store — RocksDB-Backed Local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Persistent embedded key-value store: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Streams stores state locally in RocksDB: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State Store name: "orders-by-user-store"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Type: key-value store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Backend: RocksDB (embedded, persistent on disk)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On service restart: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1: read changelog topic from beginning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2: replay all updates → rebuild state in RocksDB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Step 3: resume processing from last committed offset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external database needed for state recovery!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Changelog topic auto-created: `analytics-service-orders-by-user-store-changelog`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State survives service restarts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State Store = Kafka manages your state. No Redis, no DB required.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Tumbling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Fixed-duration non-overlapping time windows: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TimeWindows.ofSizeWithNoGrace(Duration.ofMinutes(1)):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Events:   ●  ●●  ●    ●  ●●●   ●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time: ──[──0:00──────1:00──]──[──1:00──────2:00──]──►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window 1: 4          window 2: 4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Each window: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independent, no overlap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exactly 1 minute duration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"WithNoGrace" = no waiting for late-arriving events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.groupBy { _, v -&gt; KeyValue(v.category.toString(), v)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.windowedBy(TimeWindows.ofSizeWithNoGrace(Duration.ofMinutes(1)))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.count()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.toStream()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.peek { k, v -&gt; log.info("Window [{}]: {} orders", k.window(), v) }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Hopping Windows (Comparison)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Overlapping windows — each event appears in multiple windows: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Hopping Window: size=5min, advance=1min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[0:00──────5:00)    window 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[1:00──────6:00)   window 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[2:00──────7:00)  window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Event at t=3:00 → appears in window 1, 2, and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vs Tumbling: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[0:00──5:00) [5:00──10:00) [10:00──15:00)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Each event appears in exactly ONE window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Use Hopping for: moving averages, sliding metrics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Use Tumbling for: per-period billing, independent time buckets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@EnableKafkaStreams — Spring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Spring Kafka manages the Streams application lifecycle: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@Configuration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@EnableKafkaStreams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class KafkaStreamsConfig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@Bean(name = [KafkaStreamsDefaultConfiguration.DEFAULT_STREAMS_CONFIG_BEAN_NAME])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fun kStreamsConfig(): KafkaStreamsConfiguration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return KafkaStreamsConfiguration(mapOf(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StreamsConfig.APPLICATION_ID_CONFIG         to "analytics-service",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StreamsConfig.BOOTSTRAP_SERVERS_CONFIG      to bootstrapServers,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StreamsConfig.DEFAULT_VALUE_SERDE_CLASS_CONFIG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    to SpecificAvroSerde::class.java,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AbstractKafkaSchemaSerDeConfig.SCHEMA_REGISTRY_URL_CONFIG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           to schemaRegistryUrl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`APPLICATION_ID_CONFIG` = consumer group ID for Streams app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Spring manages `start()`, `stop()`, health checks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Interactive Queries — HTTP Access to Local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Query the embedded State Store via REST endpoint: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@GetMapping("/analytics/orders-by-user/{userId}")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getOrderCount(@PathVariable userId: String): Long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store = streams.store(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StoreQueryParameters.fromNameAndType(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"orders-by-user-store",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QueryableStoreTypes.keyValueStore&lt;String, Long&gt;()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return store.get(userId) ?: 0L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http://localhost:8084/api/analytics/orders-by-user/user-42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http://localhost:8084/api/analytics/top-users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[{"userId":"user-42","count":5}, {"userId":"user-01","count":3}]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Kafka Streams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stateful stream processing embedded in your JVM application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KStream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append-only log (every event is new)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KTable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current state view (every event is an upsert)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State Store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(RocksDB) = automatic state persistence + recovery from changelog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Tumbling Windows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non-overlapping fixed-duration buckets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Interactive Queries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HTTP access to local State Store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`@EnableKafkaStreams`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Spring manages Streams app lifecycle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extra cluster required — Streams runs inside your application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Streams turns Kafka from a transport into a stateful processing engine.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Connect: CDC with Debezium and Elasticsearch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Connect — integration framework (200+ connectors, no code)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CDC (Change Data Capture) — capture DB changes via PostgreSQL WAL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Debezium Source Connector — reads WAL, publishes to Kafka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Elasticsearch Sink Connector — indexes events for search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SMT `ExtractNewRecordState` — unwrap Debezium envelope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15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Kafka Connect: JSON config, no producer code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CDC: capture every INSERT/UPDATE/DELETE automatically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Debezium: PostgreSQL WAL → Kafka topic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SMT: transform messages in the connector pipeline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14 — Kafka Streams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